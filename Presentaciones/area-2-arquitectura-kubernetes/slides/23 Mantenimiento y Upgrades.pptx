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Mantenimiento y Upgrades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Upgrades de cluster, mantenimiento de nodos y gestion de certificados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Version Skew Policy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Upgrade del Control Plane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Upgrade de Worker Nodes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Node Maintenance: Drain y Cordon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Gestion de Certificados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Backup, Restore y Rollback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Version Skew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Componentes del cluster tienen reglas de compatibilidad de versiones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API Server: puede ser 1 version menor que el mas nuevo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kubelet: hasta 2 versiones menor que API Server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kubectl: +/-1 version respecto al API Server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Regla de oro: upgrade API Server primero, luego kubelets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Siempre upgrade version por version (1.27 -&gt; 1.28 -&gt; 1.29, NO 1.27 -&gt; 1.29)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Verificar: kubectl version para ver version actual de cada componente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Upgrade del Control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1. Verificar plan: kubeadm upgrade plan  (muestra versiones disponibles)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2. Actualizar kubeadm: apt-get install kubeadm=1.29.0-*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3. Aplicar upgrade: kubeadm upgrade apply v1.29.0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4. Actualizar kubelet y kubectl en el master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5. systemctl restart kubelet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6. Repetir para masters adicionales (kubeadm upgrade node)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Nota: el cluster sigue operativo durante el upgrade del 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Upgrade de Worker Nodes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1. kubectl cordon &lt;node&gt;  -&gt;  marcar nodo como unschedulable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2. kubectl drain &lt;node&gt; --ignore-daemonsets --delete-emptydir-data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3. Actualizar kubeadm, kubelet, kubectl en el worker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4. kubeadm upgrade node  -&gt;  actualizar configuracion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5. systemctl restart kubelet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6. kubectl uncordon &lt;node&gt;  -&gt;  habilitar scheduling de nuevo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Estrategia: upgrade nodo por nodo (rolling) para mantener capacidad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Node Maintenance: Drain y Cordon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cordon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Marca nodo como unschedulable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Pods existentes siguen corriendo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Nuevos Pods NO se programan ahi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cordon &lt;node&gt;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drain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Cordon + evicta todos los Pods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Pods se re-crean en otros nodos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--ignore-daemonsets requerido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Preparar nodo para mantenimiento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uncordon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Re-habilita scheduling en el nodo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Nuevos Pods pueden programarse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Pods evictados NO regresan solos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uncordon &lt;node&gt;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Gestion de Certificados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Certificados del cluster expiran en 1 anio por defecto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kubeadm certs check-expiration  -&gt;  ver fechas de expiracion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kubeadm certs renew all  -&gt;  renovar todos los certificados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Reiniciar componentes del CP despues de renovar certificados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kubeadm alpha certs renew &lt;component&gt;  -&gt;  renovar uno especifico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Automatizar: cronjob o reminder para renovar antes de vencimiento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Desastre: si certificados expiran, el cluster deja de funcionar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Backup, Restore y Rollback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Backup (ANTES del upgrade)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etcdctl snapshot save backup.db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Backup de /etc/kubernetes/ (configs)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Backup de certificados del cluster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Documentar version actual de componentes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Verificar backup con snapshot 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Rollback (si algo falla)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etcdctl snapshot restore backup.db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Restaurar configs de /etc/kubernetes/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Downgrade kubeadm, kubelet, kubectl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kubeadm downgrade apply (limitado)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En caso extremo: re-crear cluster desde backup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Upgrade del 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45 min | Avanzado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Upgrade completo de Control Plane y Workers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Drain y Mantenimiento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Evacuar nodos para mantenimiento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Certificados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Verificar y renovar certificados del cluster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128016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Backup y Restore etcd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Avanzado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06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Practicar backup y restauracion de etcd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Mantenimiento y Upgrades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Version Skew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Upgrade secuencial, 1 version a la vez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CP Upgrade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kubeadm upgrade plan -&gt; upgrade apply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Worker Upgrade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cordon -&gt; drain -&gt; upgrade -&gt; uncordon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Certificados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Expiran en 1 anio, renovar con kubeadm certs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Backup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etcd snapshot ANTES de cualquier upgrade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24: Advanced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Taints y Tolerations para restringir nodos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Node Affinity y Pod Affinity/Anti-Affinity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Priority Classes y preemption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