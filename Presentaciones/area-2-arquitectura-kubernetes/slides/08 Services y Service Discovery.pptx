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MODULO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rial Black"/>
              </a:defRPr>
            </a:pPr>
            <a:r>
              <a:t>Services y Service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Conectando Pods entre si y con el mundo exterior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6809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Kubernetes + Azure AKS  |  Area 2: Arquitectura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Contenido del Modulo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El Problema: Pods son Efimeros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Tipos de Services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DNS y Service Discovery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Endpoints y Selectors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Configuracion Avanzada de Services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Best Practices y Troubleshooting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El Problema: Pods son Efimeros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Los Pods tienen IPs dinamicas que cambian con cada recreacion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Un Deployment con 3 replicas = 3 IPs diferentes que pueden cambiar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Necesitamos una IP estable + nombre DNS para acceder a un grupo de Pods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Service = abstraccion que define un punto de acceso estable a Pods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Selector de labels conecta el Service con sus Pods backend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Service mantiene lista actualizada de Endpoints (IPs de Pods activos)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Tipos de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ClusterIP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IP virtual interna del cluster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Solo accesible desde dentro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Tipo por defecto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Ideal para comunicacion interna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DNS: svc.namespace.svc.cluster.local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NodePort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Abre puerto en cada nodo (30000-32767)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Accesible desde fuera: &lt;NodeIP&gt;:&lt;NodePort&gt;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Crea un ClusterIP automaticamente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Util para desarrollo y testing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LoadBalancer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Provisiona un LB externo (cloud)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Obtiene IP publica automaticamente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Crea NodePort + ClusterIP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Usado en produccion cloud (AKS, EKS)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DNS y Service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CoreDNS corre como Pods en kube-system y resuelve nombres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Formato DNS: &lt;service&gt;.&lt;namespace&gt;.svc.cluster.local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Dentro del mismo namespace: solo el nombre del service basta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Ejemplo: curl http://mi-api  (mismo namespace)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Ejemplo: curl http://mi-api.backend.svc.cluster.local  (otro ns)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Variables de entorno: K8s inyecta {SVC}_SERVICE_HOST y {SVC}_SERVICE_PORT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DNS es el metodo recomendado para service discovery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Endpoints y Selectors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7680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Un Service usa selectors para encontrar Pods: selector: app: nginx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Endpoints = lista de IPs:Puertos de Pods que matchean el selector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kubectl get endpoints &lt;service&gt;  -&gt;  ver IPs de Pods backend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Pods deben tener labels que coincidan con el selector del Service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Pods no-Ready son removidos automaticamente de los Endpoints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Readiness probes controlan cuando un Pod recibe trafico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EndpointSlices: evolucion para clusters grandes (100+ endpoints)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Configuracion Avanzada de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Session Affinity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sessionAffinity: ClientIP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Mismo cliente -&gt; mismo Pod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Timeout configurable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Util para apps con estado en sesion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ExternalName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Alias DNS a servicio externo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No tiene selector ni endpoints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type: ExternalName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CNAME hacia DB externa, API, etc.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Headless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clusterIP: None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DNS retorna IPs de todos los Pods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Sin load balancing del Service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Usado con StatefulSets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Best Practices y Troubleshooting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HACER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Usar DNS para descubrimiento (no IPs)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Definir named ports en Services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Implementar readiness probes siempre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Usar ClusterIP para comunicacion interna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Verificar Endpoints despues de crear Service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Diagnostico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get svc -&gt; listar services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get endpoints &lt;svc&gt; -&gt; verificar backends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describe svc &lt;svc&gt; -&gt; detalles y eventos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nslookup &lt;svc&gt; desde un Pod -&gt; verificar DNS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curl &lt;svc&gt;:&lt;port&gt; desde un Pod -&gt; test conectividad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Laboratorios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ClusterIP y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Basico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Crear Services ClusterIP y verificar endpoints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NodePort y LoadBalancer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Exponer aplicaciones fuera del cluster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2801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DNS y Service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45 min | Intermedio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Verificar resolucion DNS entre namespaces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 Black"/>
              </a:defRPr>
            </a:pPr>
            <a:r>
              <a:t>Resumen: Services y Service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IP estable + DNS para acceder a un grupo de Pods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ClusterIP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Comunicacion interna (default)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NodePort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Acceso externo via puerto en cada nodo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LoadBalancer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IP publica via cloud provider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DNS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&lt;svc&gt;.&lt;ns&gt;.svc.cluster.local para discovery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77639"/>
            <a:ext cx="54864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Endpoints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9776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Lista dinamica de Pods backend activos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Calibri"/>
              </a:defRPr>
            </a:pPr>
            <a:r>
              <a:t>Siguiente Modulo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rial Black"/>
              </a:defRPr>
            </a:pPr>
            <a:r>
              <a:t>Modulo 09: Ingress y Acceso Externo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Routing HTTP/HTTPS basado en host y path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Ingress Controller: NGINX, Traefik, HAProxy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TLS termination y certificados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