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Volumes - Conceptos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Persistencia de datos, ciclo de vida de volumenes y modelo PV/PVC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El Problema: Datos Efimeros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Tipos de Volumenes Basicos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PersistentVolume (PV) y PersistentVolumeClaim (PVC)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Access Modes y Capacidad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Reclaim Policies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StorageClass y Dynamic Provisioning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El Problema: Datos Efimeros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Los contenedores tienen filesystem efimero: datos se pierden al reiniciar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Bases de datos, caches, uploads necesitan persistencia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Kubernetes resuelve esto con Volumes: almacenamiento que sobrevive al contenedor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Un Volume se define en el Pod y se monta en el contenedor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El ciclo de vida del volumen puede ser el del Pod o independiente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Stateless (sin datos) vs Stateful (con datos persistentes)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Tipos de Volumenes Basicos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emptyDir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Directorio vacio al crear el Pod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Vida = vida del Pod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Compartir datos entre contenedores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Cache temporal, archivos intermedios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medium: Memory para tmpfs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hostPath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Monta un path del nodo host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Los datos persisten en el nodo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PELIGROSO: rompe portabilidad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Solo para DaemonSets o testing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Tipos: Directory, File, Socket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Cloud Volumes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azureDisk, azureFile (AKS)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awsElasticBlockStore (EKS)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gcePersistentDisk (GKE)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Vida independiente del Pod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Gestionados por el cloud provider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PersistentVolume (PV) y PersistentVolumeClaim (PVC)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PV: recurso de almacenamiento provisionado por el admin (cluster-scoped)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PVC: solicitud de almacenamiento por el desarrollador (namespace-scoped)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Separacion de responsabilidades: admin provisiona, dev solicita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PVC se vincula (bind) a un PV que cumpla sus requisitos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Requisitos: capacidad, accessModes, storageClassName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Una vez vinculado, el PVC se monta en el Pod como cualquier volumen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Flujo: Admin crea PV -&gt; Dev crea PVC -&gt; PVC se vincula a PV -&gt; Pod usa PVC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Access Modes y Capacidad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ReadWriteOnce (RWO)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Un solo nodo puede montar R/W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El modo mas comun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azureDisk, AWS EBS soportan RWO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Ideal para bases de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ReadOnlyMany (ROX)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Multiples nodos montan read-only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Contenido estatico compartido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Archivos de configuracion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azureFile, NFS soportan ROX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ReadWriteMany (RWX)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Multiples nodos montan R/W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azureFile, NFS, CephFS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 soportado por block storage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Necesario para replicas que escriben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Reclaim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PV se conserva al eliminar PVC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Datos quedan intactos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Admin debe limpiar manualmente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Recomendado para produccion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PV se elimina al eliminar PVC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Datos se pierden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Default en cloud StorageClasses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Cuidado en produccion!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Recycle (Deprecado)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rm -rf en el volumen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Deprecado desde K8s 1.15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Usar dynamic provisioning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Solo mencionado por referencia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StorageClass y Dynamic Provisioning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StorageClass: define COMO se provisiona almacenamiento automaticamente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Elimina la necesidad de crear PVs manualmente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PVC solicita una StorageClass -&gt; K8s crea el PV automaticamente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En AKS: managed-premium (SSD), managed-standard (HDD), azurefile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Parametros: type, replication, fsType, etc. segun el provisioner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storageClassName: '' (vacio) para vincular a PV pre-existente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Default StorageClass: se usa si PVC no especifica storageClassName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emptyDir y hostPath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Trabajar con volumenes efimeros y del host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PV y PVC Basicos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PVs, PVCs y vincularlos a Pods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Dynamic Provisioning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Provisionar almacenamiento con StorageClasses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Lab Resumen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60 min | Intermedio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Laboratorio integrador de volumes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Volumes - Conceptos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Volumes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Almacenamiento que sobrevive al contenedor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emptyDir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Temporal, vida del Pod, compartir entre contenedores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PV/PVC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Admin provisiona (PV), dev solicita (PVC)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Access 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RWO (1 nodo), ROX (muchos lectura), RWX (muchos R/W)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Reclaim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Retain (conservar) vs Delete (eliminar datos)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StorageClass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Provisioning automatico de volumenes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16: Volumes - Tipos y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Implementacion practica de emptyDir y hostPath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PVC con Azure Disk y Azure File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Troubleshooting de storage en la practica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