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0" y="7315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7200" b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Sesion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BBD5FF"/>
                </a:solidFill>
                <a:latin typeface="Calibri"/>
              </a:defRPr>
            </a:pPr>
            <a:r>
              <a:t>Pods, ReplicaSets y Deployments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84632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BBD5FF"/>
                </a:solidFill>
                <a:latin typeface="Calibri"/>
              </a:defRPr>
            </a:pPr>
            <a:r>
              <a:t>Kubernetes + Azure AKS Profesional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600" b="0">
                <a:solidFill>
                  <a:srgbClr val="99BBEE"/>
                </a:solidFill>
                <a:latin typeface="Calibri"/>
              </a:defRPr>
            </a:pPr>
            <a:r>
              <a:t>Area 2 — Modulos 04, 06 y 07  |  3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Sesion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1  (55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Pods — La Unidad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Que es un Pod, diferencia con contenedores, patrones,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109728" cy="100584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2  (45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ReplicaSets — Gestion de Replicas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Self-healing, escalado, limitaciones clave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9728" cy="10058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3  (60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Deployments y Rolling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Updates sin downtime, rollbacks, estrategias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39"/>
            <a:ext cx="109728" cy="100584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492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666666"/>
                </a:solidFill>
                <a:latin typeface="Calibri"/>
              </a:defRPr>
            </a:pPr>
            <a:r>
              <a:t>Bloque 4  (10 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62355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333333"/>
                </a:solidFill>
                <a:latin typeface="Calibri"/>
              </a:defRPr>
            </a:pPr>
            <a:r>
              <a:t>Checkpoint y Cierre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1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Resumen, preguntas, preview sesion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Break de 10 min entre Bloque 2 y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Recapitulacion: Sesion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Sesion 1: Virtualizacion      → Que es una VM, hipervisores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Sesion 2: Docker              → Contenedores, imagenes, Dockerfile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Sesion 3: Arquitectura K8s    → Control Plane, Workers, Minikube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Sesion 4: Workloads  &lt;-- HOY  → Pods, ReplicaSets,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Preguntas rapidas de repaso: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Cuales son los 4 componentes del Control Plane?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Que hace el kubelet?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Que paso cuando eliminamos un Pod del Deployment nginx-demo?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1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Pods — La Unidad Minima de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Verificacion del Entorno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5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1148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Verificar que Minikube esta corriendo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minikube status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Esperado: host: Running, kubelet: Running, apiserver: Running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Verificar conexion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nodes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Esperado: minikube   Ready   control-plane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Limpiar recursos previos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delete pods --all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delete deployments --all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E88D2A"/>
                </a:solidFill>
                <a:latin typeface="Calibri"/>
              </a:defRPr>
            </a:pPr>
            <a:r>
              <a:t>Si Minikube no esta corriendo: minikube start --driver=docker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Minikube Profiles y kubeconfig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6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36576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los profiles de Minikube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minikube profile list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Cada profile = un cluster independiente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Crear profiles adicionales: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minikube start -p dev-cluster    # cluster "dev-cluster"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minikube start -p staging        # cluster "staging"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Cambiar entre profiles: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minikube profile nombre-del-profile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36576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~/.kube/config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├── clusters: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│   ├─ minikube     → https://...:8443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│   └─ dev-cluster  → https://...:8443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├── users: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│   ├─ minikube     → certificado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│   └─ dev-cluster  → certificado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└── contexts: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├─ minikube     ← ACTIVO (*)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└─ dev-cluster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326CE5"/>
                </a:solidFill>
                <a:latin typeface="Calibri"/>
              </a:defRPr>
            </a:pPr>
            <a:r>
              <a:t>kubectl config use-context nombre  →  cambia entre 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En produccion, este archivo tendra entradas para dev, staging y produccion.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 es un Pod?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7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Un Pod NO es un contenedor. Es un GRUPO de uno o mas contenedores que comparten red, almacenamiento y ciclo de vida.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4114800" cy="548640"/>
          </a:xfrm>
          <a:prstGeom prst="roundRect">
            <a:avLst/>
          </a:prstGeom>
          <a:solidFill>
            <a:srgbClr val="23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4114800" cy="13716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3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5920" y="3383280"/>
            <a:ext cx="2286000" cy="822960"/>
          </a:xfrm>
          <a:prstGeom prst="roundRect">
            <a:avLst/>
          </a:prstGeom>
          <a:solidFill>
            <a:srgbClr val="23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Container</a:t>
            </a:r>
            <a:br/>
            <a:r>
              <a:t>nginx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20640" y="3474720"/>
            <a:ext cx="73152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303520" cy="54864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303520" cy="30175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326CE5"/>
                </a:solidFill>
                <a:latin typeface="Calibri"/>
              </a:defRPr>
            </a:pPr>
            <a:r>
              <a:t>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657600"/>
            <a:ext cx="1371600" cy="7315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pause</a:t>
            </a:r>
            <a:br/>
            <a:r>
              <a:t>(infra)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1371600" cy="7315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nginx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3657600"/>
            <a:ext cx="1371600" cy="7315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logger</a:t>
            </a:r>
            <a:br/>
            <a:r>
              <a:t>(sidecar)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Comparten: Network, IPC, localhost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326CE5"/>
                </a:solidFill>
                <a:latin typeface="Calibri"/>
              </a:defRPr>
            </a:pPr>
            <a:r>
              <a:t>Un Pod es un "mini-servidor" donde viven contenedores relacionados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4 Puntos Clave de un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8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🌐  IP unica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Todo el Pod tiene UNA sola IP.</a:t>
            </a:r>
            <a:br/>
            <a:r>
              <a:t>Los contenedores dentro se hablan por localhost.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9496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2EA043"/>
                </a:solidFill>
                <a:latin typeface="Calibri"/>
              </a:defRPr>
            </a:pPr>
            <a:r>
              <a:t>📂  Volumenes compartidos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Los contenedores dentro del Pod pueden</a:t>
            </a:r>
            <a:br/>
            <a:r>
              <a:t>compartir archivos via volumenes.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539496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E88D2A"/>
                </a:solidFill>
                <a:latin typeface="Calibri"/>
              </a:defRPr>
            </a:pPr>
            <a:r>
              <a:t>❤️  Ciclo de vida coordinado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Si el Pod muere, mueren TODOS sus contenedores.</a:t>
            </a:r>
            <a:br/>
            <a:r>
              <a:t>Nacen y mueren juntos.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931920"/>
            <a:ext cx="5394960" cy="2103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666666"/>
                </a:solidFill>
                <a:latin typeface="Calibri"/>
              </a:defRPr>
            </a:pPr>
            <a:r>
              <a:t>🛑  Contenedor pause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K8s crea un contenedor "invisible" que mantiene</a:t>
            </a:r>
            <a:br/>
            <a:r>
              <a:t>los namespaces de red del Pod.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Docker vs Pod: 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9 / 35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6634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Contenedor Docker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Pod Kubernetes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IP propia por contenedor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IP compartida entre contenedores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Comunicacion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Via red bridge (IPs)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Via localhost (ultra-rapido)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Ciclo de vida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Independiente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Coordinado (nacen y mueren juntos)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Contenedores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Exactamente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o mas (patron multi-contenedor)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Escalamiento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docker run mas instancias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K8s crea mas Pods (NO mas contenedores dentro)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F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93B3B"/>
                </a:solidFill>
                <a:latin typeface="Calibri"/>
              </a:defRPr>
            </a:pPr>
            <a:r>
              <a:t>🚨 CRITICO: No se escala agregando contenedores dentro del Pod. Se escala creando MAS Pods.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Patrones Multi-Contenedor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7315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Sidecar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74720" y="155448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80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Agrega funcionalidad al contenedor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Ejemplo: Logging, monitoring, proxy (Istio Envoy)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2560320" cy="73152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Init Container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74720" y="320040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Ejecuta ANTES del contenedor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Ejemplo: Migrations DB, descargar config, esperar dependencia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2560320" cy="73152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Ambassador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74720" y="484632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Proxy para conexiones externas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Ejemplo: Conexion a BD, cache, 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326CE5"/>
                </a:solidFill>
                <a:latin typeface="Calibri"/>
              </a:defRPr>
            </a:pPr>
            <a:r>
              <a:t>💡 El patron mas comun es Sidecar. En Istio, cada Pod tiene un sidecar Envoy que gestiona todo el trafico.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Crear un Pod con kubectl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36576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Crear un Pod simple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run mi-primer-pod --image=nginx:alpine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el 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        READY   STATUS    RESTARTS   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mi-primer-pod    1/1     Running   0          5s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mas detalles (IP, nodo)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-o wide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212080"/>
            <a:ext cx="1069848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326CE5"/>
                </a:solidFill>
                <a:latin typeface="Calibri"/>
              </a:defRPr>
            </a:pPr>
            <a:r>
              <a:t>READY 1/1 = 1 contenedor listo de 1 total.  kubectl run es el equivalente a docker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Inspeccionar el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1148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todos los detalles del 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describe pod mi-primer-pod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&gt;&gt; Events: Scheduled, Pulling, Created, Started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logs del contenedor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logs mi-primer-pod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Ejecutar un comando DENTRO del 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exec mi-primer-pod -- cat /etc/nginx/nginx.conf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Terminal interactiva dentro del 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exec -it mi-primer-pod -- sh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Dentro: hostname, ip addr show eth0, curl localhost:80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326CE5"/>
                </a:solidFill>
                <a:latin typeface="Calibri"/>
              </a:rPr>
              <a:t>🔍 describe</a:t>
            </a:r>
            <a:r>
              <a:rPr sz="1700">
                <a:solidFill>
                  <a:srgbClr val="333333"/>
                </a:solidFill>
                <a:latin typeface="Calibri"/>
              </a:rPr>
              <a:t> — configuracion y eventos del Pod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326CE5"/>
                </a:solidFill>
                <a:latin typeface="Calibri"/>
              </a:rPr>
              <a:t>📋 logs</a:t>
            </a:r>
            <a:r>
              <a:rPr sz="1700">
                <a:solidFill>
                  <a:srgbClr val="333333"/>
                </a:solidFill>
                <a:latin typeface="Calibri"/>
              </a:rPr>
              <a:t> — salida del contenedor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326CE5"/>
                </a:solidFill>
                <a:latin typeface="Calibri"/>
              </a:rPr>
              <a:t>💻 exec</a:t>
            </a:r>
            <a:r>
              <a:rPr sz="1700">
                <a:solidFill>
                  <a:srgbClr val="333333"/>
                </a:solidFill>
                <a:latin typeface="Calibri"/>
              </a:rPr>
              <a:t> — entrar dentro del contenedor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Crear un Pod con 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13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3716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Generar el YAML sin crear el 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run mi-pod-yaml --image=nginx:alpine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--dry-run=client -o yaml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6858000" cy="347472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apiVersion: v1          # Version del API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kind: Pod               # Tipo de objeto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metadata: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name: mi-pod-yaml     # Nombre del 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labels: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run: mi-pod-yaml    # Labels (clave para RS)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spec: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containers: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- name: mi-pod-yaml   # Nombre del contenedor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image: nginx:alpine  # Imagen Docker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ports: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- containerPort: 80  # Puerto que expone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926080"/>
            <a:ext cx="356616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326CE5"/>
                </a:solidFill>
                <a:latin typeface="Calibri"/>
              </a:defRPr>
            </a:pPr>
            <a:r>
              <a:t>🎓 --dry-run=client -o yaml</a:t>
            </a:r>
            <a:br/>
            <a:r>
              <a:t>es FUNDAMENTAL para CKAD/CKA.</a:t>
            </a:r>
            <a:br/>
            <a:r>
              <a:t>Genera YAML sin crear nada.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2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ReplicaSets — Gestion de Replicas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 es un ReplicaSet?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15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Un ReplicaSet es un controlador que GARANTIZA que un numero especifico de Pods esten corriendo en todo momento.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303520" cy="3200400"/>
          </a:xfrm>
          <a:prstGeom prst="roundRect">
            <a:avLst/>
          </a:prstGeom>
          <a:solidFill>
            <a:srgbClr val="FDEEEE"/>
          </a:solidFill>
          <a:ln w="1905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D93B3B"/>
                </a:solidFill>
                <a:latin typeface="Calibri"/>
              </a:defRPr>
            </a:pPr>
            <a:r>
              <a:t>❌  Sin ReplicaSet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4754880" cy="210312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run my-app --image=nginx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delete pod my-app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No resources found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APLICACION CAIDA!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377440"/>
            <a:ext cx="5303520" cy="3200400"/>
          </a:xfrm>
          <a:prstGeom prst="roundRect">
            <a:avLst/>
          </a:prstGeom>
          <a:solidFill>
            <a:srgbClr val="ECFAEF"/>
          </a:solidFill>
          <a:ln w="19050">
            <a:solidFill>
              <a:srgbClr val="C8E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2EA043"/>
                </a:solidFill>
                <a:latin typeface="Calibri"/>
              </a:defRPr>
            </a:pPr>
            <a:r>
              <a:t>✅  Con ReplicaSet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200400"/>
            <a:ext cx="4754880" cy="210312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delete pod my-app-abc12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my-app-xyz34  1/1  Running  0  2s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Pod recreado automaticamente!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26CE5"/>
                </a:solidFill>
                <a:latin typeface="Calibri"/>
              </a:defRPr>
            </a:pPr>
            <a:r>
              <a:t>ReplicaSet = "Siempre quiero N Pods corriendo"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Pod Solo vs ReplicaSet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16 / 35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480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Pod (solo)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ReplicaSet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Auto-recuperacion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 — recrea Pods automaticamente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(crear/eliminar)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kubectl scale --replicas=5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 disponibilidad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point of failure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Multiples replicas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Uso tipico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Testing, jobs unicos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Apps stateless en produccion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Reconciliation Loop del ReplicaSet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17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326CE5"/>
                </a:solidFill>
                <a:latin typeface="Calibri"/>
              </a:defRPr>
            </a:pPr>
            <a:r>
              <a:t>Estado normal (3 replicas):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00584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1</a:t>
            </a:r>
            <a:br/>
            <a:r>
              <a:t>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737360"/>
            <a:ext cx="100584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2</a:t>
            </a:r>
            <a:br/>
            <a:r>
              <a:t>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37360"/>
            <a:ext cx="100584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3</a:t>
            </a:r>
            <a:br/>
            <a:r>
              <a:t>Running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1920240"/>
            <a:ext cx="5486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93B3B"/>
                </a:solidFill>
                <a:latin typeface="Calibri"/>
              </a:defRPr>
            </a:pPr>
            <a:r>
              <a:t>Pod 1 falla (2 &lt; 3):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1005840" cy="822960"/>
          </a:xfrm>
          <a:prstGeom prst="roundRect">
            <a:avLst/>
          </a:prstGeom>
          <a:solidFill>
            <a:srgbClr val="D9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737360"/>
            <a:ext cx="100584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2</a:t>
            </a:r>
            <a:br/>
            <a:r>
              <a:t>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737360"/>
            <a:ext cx="100584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3</a:t>
            </a:r>
            <a:br/>
            <a:r>
              <a:t>Running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46720" y="1920240"/>
            <a:ext cx="5486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188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2EA043"/>
                </a:solidFill>
                <a:latin typeface="Calibri"/>
              </a:defRPr>
            </a:pPr>
            <a:r>
              <a:t>RS crea Pod 4: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737360"/>
            <a:ext cx="1005840" cy="82296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4</a:t>
            </a:r>
            <a:br/>
            <a:r>
              <a:t>NEW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737360"/>
            <a:ext cx="100584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2</a:t>
            </a:r>
            <a:br/>
            <a:r>
              <a:t>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64240" y="1737360"/>
            <a:ext cx="100584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Pod 3</a:t>
            </a:r>
            <a:br/>
            <a:r>
              <a:t>Running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10698480" cy="228600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0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l"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El Reconciliation Loop: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1. ReplicaSet observa: "Quiero 3 Pods, pero solo hay 2"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2. Compara estado ACTUAL vs estado DESEADO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3. Diferencia detectada → crea un Pod nuevo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4. Vuelta al estado deseado: 3 Pods Running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326CE5"/>
                </a:solidFill>
                <a:latin typeface="Calibri"/>
              </a:defRPr>
            </a:pPr>
            <a:r>
              <a:t>🎯 Mismo concepto de "desired state" de la sesion 3 con los Controllers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YAML de un ReplicaSet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18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943600" cy="50292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apiVersion: apps/v1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kind: ReplicaSet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metadata: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name: webapp-rs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spec: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replicas: 3                # Cuantos Pods quiero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selector:                  # Como identifico MIS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matchLabels: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app: 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template:                  # Plantilla para Pods nuevos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metadata: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labels: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app: webapp          # DEBE coincidir con selector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spec: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containers: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- name: nginx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image: nginx:alpine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ports: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- containerPort: 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463040"/>
            <a:ext cx="201168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Cuantos Pods quiero</a:t>
            </a:r>
            <a:br/>
            <a:r>
              <a:t>(estado deseado)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200400"/>
            <a:ext cx="201168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Como el RS encuentra</a:t>
            </a:r>
            <a:br/>
            <a:r>
              <a:t>SUS Pods (por labels)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937760"/>
            <a:ext cx="2011680" cy="6400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Plantilla para crear</a:t>
            </a:r>
            <a:br/>
            <a:r>
              <a:t>Pods nuevos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5486400"/>
            <a:ext cx="4846320" cy="548640"/>
          </a:xfrm>
          <a:prstGeom prst="roundRect">
            <a:avLst/>
          </a:prstGeom>
          <a:solidFill>
            <a:srgbClr val="F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3B3B"/>
                </a:solidFill>
                <a:latin typeface="Calibri"/>
              </a:defRPr>
            </a:pPr>
            <a:r>
              <a:t>⚠️ Labels del template DEBEN coincidir con el selector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Self-Healing del ReplicaSet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19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32004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Crear el ReplicaSet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apply -f webapp-rs.yaml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el ReplicaSet y los 3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replicaset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   DESIRED   CURRENT   READY   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webapp-rs   3         3         3       10s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-l app=webapp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3 Pods Running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Terminal 1: watch de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-l app=webapp -w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Terminal 2: eliminar un Pod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delete pod webapp-rs-XXXXX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Terminal 1 muestra: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webapp-rs-XXXXX  Terminating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webapp-rs-YYYYY  Pending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webapp-rs-YYYYY  ContainerCreating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webapp-rs-YYYYY  Running    ← 2 seg!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8229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💥 Eliminamos un Pod y en 2 segundos ya hay uno nuevo. Imaginen esto a las 3 AM: el nodo se cae, K8s recrea los Pods en otro nodo.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Escalado y Limitacion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20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292608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Escalar a 5 replicas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scale replicaset webapp-rs --replicas=5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-l app=webapp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5 Pods Running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Escalar a 2 replicas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scale replicaset webapp-rs --replicas=2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-l app=webapp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2 Pods Running (3 fueron eliminados)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10698480" cy="2103120"/>
          </a:xfrm>
          <a:prstGeom prst="roundRect">
            <a:avLst/>
          </a:prstGeom>
          <a:solidFill>
            <a:srgbClr val="FDEEEE"/>
          </a:solidFill>
          <a:ln w="2540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D93B3B"/>
                </a:solidFill>
                <a:latin typeface="Calibri"/>
              </a:defRPr>
            </a:pPr>
            <a:r>
              <a:t>⚠️  LIMITACION CLAVE del ReplicaSet: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Si cambias la imagen, los Pods existentes NO se actualizan.</a:t>
            </a:r>
            <a:br/>
            <a:r>
              <a:t>Solo los Pods NUEVOS usarian la nueva version.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26CE5"/>
                </a:solidFill>
                <a:latin typeface="Calibri"/>
              </a:defRPr>
            </a:pPr>
            <a:r>
              <a:t>→  Para resolver esto necesitamos Deployments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☕  Break — 10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BBD5FF"/>
                </a:solidFill>
                <a:latin typeface="Calibri"/>
              </a:defRPr>
            </a:pPr>
            <a:r>
              <a:t>Despues del break: Deployments, Rolling Updates y Rollbacks.</a:t>
            </a:r>
            <a:br/>
            <a:r>
              <a:t>Lo que van a usar el 90% del tiempo en produccion.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3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Deployments y Rolling Updates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 es un Deployment?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23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Un Deployment es una capa de abstraccion SOBRE un ReplicaSet. Gestiona ReplicaSets internamente y agrega capacidades criticas.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286000"/>
            <a:ext cx="3931920" cy="91440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  <a:br/>
            <a:r>
              <a:t>(lo que ustedes crean)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3291840"/>
            <a:ext cx="274320" cy="3657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3840480"/>
            <a:ext cx="3931920" cy="91440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ReplicaSet</a:t>
            </a:r>
            <a:br/>
            <a:r>
              <a:t>(K8s lo crea automaticamente)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846320" y="4846320"/>
            <a:ext cx="22860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5943600" y="4846320"/>
            <a:ext cx="22860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7040880" y="4846320"/>
            <a:ext cx="22860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5303520"/>
            <a:ext cx="914400" cy="5486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Pod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5303520"/>
            <a:ext cx="914400" cy="5486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Pod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5303520"/>
            <a:ext cx="914400" cy="5486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Pod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🔄  Rolling updates (sin downtime)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⏪  Rollbacks (volver a version anterior)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📜  Historial de revisiones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ReplicaSet vs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24 / 35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ReplicaSet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Replicas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 (hereda de RS)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Self-healing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 (hereda de 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Rolling updates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 — actualiza gradualmente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 — vuelve a version anterior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Historial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 — guarda revisiones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Casi nunca directo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90% del tiempo en produccion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FD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D93B3B"/>
                </a:solidFill>
                <a:latin typeface="Calibri"/>
              </a:defRPr>
            </a:pPr>
            <a:r>
              <a:t>🚨 Regla simple: NUNCA creen ReplicaSets directamente. Siempre usen Deployments.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YAML: Deployment vs ReplicaSet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25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943600" cy="50292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apiVersion: apps/v1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kind: Deployment          # &lt;&lt; Solo cambia esta linea!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metadata: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name: webapp-deploy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spec: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replicas: 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selector: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matchLabels: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app: 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template: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metadata: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labels: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app: 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spec: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containers: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- name: nginx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image: nginx:1.24-alpine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ports: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- containerPort: 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45920"/>
            <a:ext cx="45720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326CE5"/>
                </a:solidFill>
                <a:latin typeface="Calibri"/>
              </a:defRPr>
            </a:pPr>
            <a:r>
              <a:t>💡 Identico al ReplicaSet!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Solo cambia kind: Deployment</a:t>
            </a:r>
            <a:br/>
            <a:br/>
            <a:r>
              <a:t>Pero ahora K8s gestiona:</a:t>
            </a:r>
            <a:br/>
            <a:r>
              <a:t>•  Rolling updates</a:t>
            </a:r>
            <a:br/>
            <a:r>
              <a:t>•  Historial</a:t>
            </a:r>
            <a:br/>
            <a:r>
              <a:t>•  Rollbacks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Crear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26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5720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Crear un Deployment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create deployment webapp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--image=nginx:1.24-alpine --replicas=3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el Deployment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deployments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READY   UP-TO-DATE   AVAILABLE   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   3/3     3            3           10s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el ReplicaSet (creado automaticamente)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replicasets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          DESIRED   CURRENT   READY   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webapp-5d7f8c9b    3         3         3       10s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los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3 Pods Running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126480"/>
            <a:ext cx="106984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326CE5"/>
                </a:solidFill>
                <a:latin typeface="Calibri"/>
              </a:defRPr>
            </a:pPr>
            <a:r>
              <a:t>El nombre del RS tiene un hash (5d7f8c9b). Cada version del Deployment crea un RS diferente.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Rolling Update: 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27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D93B3B"/>
                </a:solidFill>
                <a:latin typeface="Calibri"/>
              </a:defRPr>
            </a:pPr>
            <a:r>
              <a:t>ANTES (v1.24):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3474720" cy="182880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D93B3B"/>
                </a:solidFill>
                <a:latin typeface="Calibri"/>
              </a:defRPr>
            </a:pPr>
            <a:r>
              <a:t>RS-OLD (3 Pods)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868680" cy="640080"/>
          </a:xfrm>
          <a:prstGeom prst="roundRect">
            <a:avLst/>
          </a:prstGeom>
          <a:solidFill>
            <a:srgbClr val="D9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v1.24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377440"/>
            <a:ext cx="868680" cy="640080"/>
          </a:xfrm>
          <a:prstGeom prst="roundRect">
            <a:avLst/>
          </a:prstGeom>
          <a:solidFill>
            <a:srgbClr val="D9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v1.24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377440"/>
            <a:ext cx="868680" cy="640080"/>
          </a:xfrm>
          <a:prstGeom prst="roundRect">
            <a:avLst/>
          </a:prstGeom>
          <a:solidFill>
            <a:srgbClr val="D9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v1.24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31920" y="2468880"/>
            <a:ext cx="5486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E88D2A"/>
                </a:solidFill>
                <a:latin typeface="Calibri"/>
              </a:defRPr>
            </a:pPr>
            <a:r>
              <a:t>DURANTE: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37360"/>
            <a:ext cx="3474720" cy="182880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E8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8288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D93B3B"/>
                </a:solidFill>
                <a:latin typeface="Calibri"/>
              </a:defRPr>
            </a:pPr>
            <a:r>
              <a:t>RS-OLD 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286000"/>
            <a:ext cx="777240" cy="457200"/>
          </a:xfrm>
          <a:prstGeom prst="roundRect">
            <a:avLst/>
          </a:prstGeom>
          <a:solidFill>
            <a:srgbClr val="D9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v1.24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2EA043"/>
                </a:solidFill>
                <a:latin typeface="Calibri"/>
              </a:defRPr>
            </a:pPr>
            <a:r>
              <a:t>RS-NEW (2)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286000"/>
            <a:ext cx="777240" cy="4572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v1.25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286000"/>
            <a:ext cx="777240" cy="4572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v1.25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29600" y="2468880"/>
            <a:ext cx="5486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188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2EA043"/>
                </a:solidFill>
                <a:latin typeface="Calibri"/>
              </a:defRPr>
            </a:pPr>
            <a:r>
              <a:t>DESPUES (v1.25):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737360"/>
            <a:ext cx="3108960" cy="1828800"/>
          </a:xfrm>
          <a:prstGeom prst="roundRect">
            <a:avLst/>
          </a:prstGeom>
          <a:solidFill>
            <a:srgbClr val="ECFAE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2EA043"/>
                </a:solidFill>
                <a:latin typeface="Calibri"/>
              </a:defRPr>
            </a:pPr>
            <a:r>
              <a:t>RS-NEW (3 Pods)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377440"/>
            <a:ext cx="77724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v1.25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2377440"/>
            <a:ext cx="77724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v1.25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2377440"/>
            <a:ext cx="77724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v1.25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1069848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✅  En ningun momento hubo 0 Pods disponibles. ZERO DOWNTIME.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1. K8s crea un NUEVO ReplicaSet con la nueva imagen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2. Arranca un Pod nuevo con nginx:1.25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3. Cuando esta Ready, elimina un Pod viejo con nginx:1.24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4. Repite hasta que todos los Pods son 1.25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Lab: Rolling Update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28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384048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Terminal 1: watch de Pods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-w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Terminal 2: actualizar la imagen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set image deployment webapp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nginx=nginx:1.25-alpine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Terminal 1 muestra en tiempo real: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webapp-NEW-xxx   0/1   Pending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webapp-NEW-xxx   0/1   ContainerCreating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webapp-NEW-xxx   1/1   Running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webapp-OLD-yyy   1/1   Terminating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...repite hasta completar...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698480" cy="13716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Verificar: 2 ReplicaSets (viejo con 0, nuevo con 3)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replicasets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             DESIRED   CURRENT   READY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webapp-NUEVO     3         3         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webapp-VIEJO     0         0         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historial de revisiones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rollout history deployment webapp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Rollback: Volver a Version Anterior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29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La version 1.25 tiene un bug? Rollback instantaneo: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6576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Anotar la causa del cambio (buena practica)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annotate deployment webapp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kubernetes.io/change-cause="Update to nginx 1.25"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Rollback a la revision anterior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rollout undo deployment 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Verificar que volvimos a 1.24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-o jsonpath=\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'{range .items[*]}{.spec.containers[0].image}{"\n"}{end}'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nginx:1.24-alpine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nginx:1.24-alpine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nginx:1.24-alpine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326CE5"/>
                </a:solidFill>
                <a:latin typeface="Calibri"/>
              </a:defRPr>
            </a:pPr>
            <a:r>
              <a:t>⏪ El rollback es otro rolling update, pero en reversa. K8s escala el RS viejo de 0 a 3 y el nuevo de 3 a 0. Tarda segundos.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Rollback a Revision Especifica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30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400800" cy="45720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Hacer multiples actualizaciones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set image deployment webapp nginx=nginx:1.25-alpine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annotate deployment webapp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kubernetes.io/change-cause="Upgrade to 1.25" --overwrite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set image deployment webapp nginx=nginx:1.26-alpine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annotate deployment webapp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kubernetes.io/change-cause="Upgrade to 1.26" --overwrite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 historial completo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rollout history deployment webapp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REVISION  CHANGE-CAUSE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2         Update to nginx 1.25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3         &lt;none&gt;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4         Upgrade to 1.25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5         Upgrade to 1.26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280160"/>
            <a:ext cx="4206240" cy="3200400"/>
          </a:xfrm>
          <a:prstGeom prst="roundRect">
            <a:avLst/>
          </a:prstGeom>
          <a:solidFill>
            <a:srgbClr val="E8EBE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Rollback a revision 4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rollout undo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deployment webapp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--to-revision=4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Verificar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$ kubectl get pods \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-o jsonpath=...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nginx:1.25-alpine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754880"/>
            <a:ext cx="420624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326CE5"/>
                </a:solidFill>
                <a:latin typeface="Calibri"/>
              </a:defRPr>
            </a:pPr>
            <a:r>
              <a:t>🎓 Pueden volver a CUALQUIER</a:t>
            </a:r>
            <a:br/>
            <a:r>
              <a:t>version anterior con</a:t>
            </a:r>
            <a:br/>
            <a:r>
              <a:t>--to-revision=N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Estrategias de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31 / 35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1371600"/>
                <a:gridCol w="3749039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Estrategia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Como funciona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Downtime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 anchor="ctr">
                    <a:solidFill>
                      <a:srgbClr val="326CE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RollingUpdate</a:t>
                      </a:r>
                      <a:br/>
                      <a:r>
                        <a:t>(default)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Reemplaza Pods gradualmente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90% de los casos</a:t>
                      </a:r>
                    </a:p>
                  </a:txBody>
                  <a:tcPr anchor="ctr">
                    <a:solidFill>
                      <a:srgbClr val="F0F4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Recreate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Mata todos los viejos,</a:t>
                      </a:r>
                      <a:br/>
                      <a:r>
                        <a:t>crea todos los nuevos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Apps que no soportan</a:t>
                      </a:r>
                      <a:br/>
                      <a:r>
                        <a:t>2 versiones simultaneas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26CE5"/>
                </a:solidFill>
                <a:latin typeface="Calibri"/>
              </a:defRPr>
            </a:pPr>
            <a:r>
              <a:t>Estrategias avanzadas (modulos posteriores):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286000" cy="640080"/>
          </a:xfrm>
          <a:prstGeom prst="round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Blue/Green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45720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2 ambientes completos, switchear trafico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2286000" cy="6400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486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10% del trafico a la nueva version para validar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Bloque 4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defRPr sz="2400" b="0">
                <a:solidFill>
                  <a:srgbClr val="BBD5FF"/>
                </a:solidFill>
                <a:latin typeface="Calibri"/>
              </a:defRPr>
            </a:pPr>
            <a:r>
              <a:t>Checkpoint y 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11480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Resumen: Jerarquia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33 / 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FDEEEE"/>
          </a:solidFill>
          <a:ln w="190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D93B3B"/>
                </a:solidFill>
                <a:latin typeface="Calibri"/>
              </a:defRPr>
            </a:pPr>
            <a:r>
              <a:t>Pod (unidad minima)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1+ contenedores compartiendo red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No tiene auto-recuperacion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kubectl run, describe, logs, exec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474720" cy="5029200"/>
          </a:xfrm>
          <a:prstGeom prst="roundRect">
            <a:avLst/>
          </a:prstGeom>
          <a:solidFill>
            <a:srgbClr val="FEF7E0"/>
          </a:solidFill>
          <a:ln w="19050">
            <a:solidFill>
              <a:srgbClr val="E8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E88D2A"/>
                </a:solidFill>
                <a:latin typeface="Calibri"/>
              </a:defRPr>
            </a:pPr>
            <a:r>
              <a:t>ReplicaSet (replicas)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Garantiza N Pods corriendo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Self-healing automatico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kubectl scale --replicas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NO actualiza Pods existentes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280160"/>
            <a:ext cx="3474720" cy="5029200"/>
          </a:xfrm>
          <a:prstGeom prst="roundRect">
            <a:avLst/>
          </a:prstGeom>
          <a:solidFill>
            <a:srgbClr val="ECFAEF"/>
          </a:solidFill>
          <a:ln w="190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EA043"/>
                </a:solidFill>
                <a:latin typeface="Calibri"/>
              </a:defRPr>
            </a:pPr>
            <a:r>
              <a:t>Deployment (produccion)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Rolling updates sin downtime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Rollback instantaneo (undo)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Historial de revisiones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SIEMPRE usar Deployment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5760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863840" y="365760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Checkpoint: Preguntas de Repaso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446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34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1. Que es un Pod? Es lo mismo que un contenedor?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6CE5"/>
                </a:solidFill>
                <a:latin typeface="Calibri"/>
              </a:defRPr>
            </a:pPr>
            <a:r>
              <a:t>→  No — es un grupo de contenedores que comparten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2. Como se comunican los contenedores dentro de un Pod?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011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6CE5"/>
                </a:solidFill>
                <a:latin typeface="Calibri"/>
              </a:defRPr>
            </a:pPr>
            <a:r>
              <a:t>→  Via localhost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3. Que pasa si un Pod individual se cae?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788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6CE5"/>
                </a:solidFill>
                <a:latin typeface="Calibri"/>
              </a:defRPr>
            </a:pPr>
            <a:r>
              <a:t>→  Desaparece, nadie lo recrea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4. Que garantiza un ReplicaSet?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6CE5"/>
                </a:solidFill>
                <a:latin typeface="Calibri"/>
              </a:defRPr>
            </a:pPr>
            <a:r>
              <a:t>→  N replicas corriendo siempre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5. Cual es la limitacion clave de un ReplicaSet?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343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6CE5"/>
                </a:solidFill>
                <a:latin typeface="Calibri"/>
              </a:defRPr>
            </a:pPr>
            <a:r>
              <a:t>→  No actualiza Pods existentes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6. Que agrega un Deployment sobre un 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120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6CE5"/>
                </a:solidFill>
                <a:latin typeface="Calibri"/>
              </a:defRPr>
            </a:pPr>
            <a:r>
              <a:t>→  Rolling updates, rollbacks, historial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Calibri"/>
              </a:rPr>
              <a:t>7. Como se hace un rollback?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897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26CE5"/>
                </a:solidFill>
                <a:latin typeface="Calibri"/>
              </a:defRPr>
            </a:pPr>
            <a:r>
              <a:t>→  kubectl rollout undo deployment nombre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6C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BBD5FF"/>
                </a:solidFill>
                <a:latin typeface="Calibri"/>
              </a:defRPr>
            </a:pPr>
            <a:r>
              <a:t>Nos vemos en la Sesion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389120"/>
            <a:ext cx="487649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BBD5FF"/>
                </a:solidFill>
                <a:latin typeface="Calibri"/>
              </a:defRPr>
            </a:pPr>
            <a:r>
              <a:t>Preview Sesion 5: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99BBEE"/>
                </a:solidFill>
                <a:latin typeface="Calibri"/>
              </a:defRPr>
            </a:pPr>
            <a:r>
              <a:t>Services (ClusterIP, NodePort, LoadBalancer)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600" b="0">
                <a:solidFill>
                  <a:srgbClr val="99BBEE"/>
                </a:solidFill>
                <a:latin typeface="Calibri"/>
              </a:defRPr>
            </a:pPr>
            <a:r>
              <a:t>Endpoints e Ingress — Acceder a tus apps desde el 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BBD5FF"/>
                </a:solidFill>
                <a:latin typeface="Calibri"/>
              </a:defRPr>
            </a:pPr>
            <a: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