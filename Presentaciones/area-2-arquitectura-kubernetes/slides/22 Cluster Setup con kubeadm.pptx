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463040" cy="365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 Black"/>
              </a:defRPr>
            </a:pPr>
            <a:r>
              <a:t>MODULO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8FAFC"/>
                </a:solidFill>
                <a:latin typeface="Arial Black"/>
              </a:defRPr>
            </a:pPr>
            <a:r>
              <a:t>Cluster Setup con kubeadm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Crear y configurar un cluster Kubernetes desde cero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389120"/>
            <a:ext cx="7680960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Kubernetes + Azure AKS  |  Area 2: Arquitectura Kubernetes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rial Black"/>
              </a:defRPr>
            </a:pPr>
            <a:r>
              <a:t>Contenido del Modulo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09728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9728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Que es kubeadm?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64592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64592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Prerrequisitos del Sistema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19456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19456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Flujo de Instalacion</a:t>
            </a:r>
          </a:p>
        </p:txBody>
      </p:sp>
      <p:sp>
        <p:nvSpPr>
          <p:cNvPr id="10" name="Oval 9"/>
          <p:cNvSpPr/>
          <p:nvPr/>
        </p:nvSpPr>
        <p:spPr>
          <a:xfrm>
            <a:off x="4754880" y="109728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09728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Networking: CNI Plugins</a:t>
            </a:r>
          </a:p>
        </p:txBody>
      </p:sp>
      <p:sp>
        <p:nvSpPr>
          <p:cNvPr id="12" name="Oval 11"/>
          <p:cNvSpPr/>
          <p:nvPr/>
        </p:nvSpPr>
        <p:spPr>
          <a:xfrm>
            <a:off x="4754880" y="164592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64592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Alta Disponibilidad (HA)</a:t>
            </a:r>
          </a:p>
        </p:txBody>
      </p:sp>
      <p:sp>
        <p:nvSpPr>
          <p:cNvPr id="14" name="Oval 13"/>
          <p:cNvSpPr/>
          <p:nvPr/>
        </p:nvSpPr>
        <p:spPr>
          <a:xfrm>
            <a:off x="4754880" y="219456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19456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Troubleshooting de kubeadm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Que es kubeadm?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64008" cy="3657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7223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Herramienta oficial para bootstrapping de clusters Kubernetes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Sigue las best practices de configuracion del cluster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kubeadm init: inicializa el Control Plane (primer master)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kubeadm join: agrega nodos (workers o masters adicionales)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NO instala kubelet ni container runtime (prerrequisitos manuales)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Tema obligatorio en el examen CKA (Certified Kubernetes Administrator)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Prerrequisitos del Sistema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377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37744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Calibri"/>
              </a:defRPr>
            </a:pPr>
            <a:r>
              <a:t>Hardware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2+ CPUs por nodo master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2GB+ RAM por nodo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Conectividad de red entre nodos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Hostname unico por nodo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005840"/>
            <a:ext cx="2377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005840"/>
            <a:ext cx="23774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Software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Container runtime (containerd)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kubeadm, kubelet, kubectl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Swap deshabilitado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Modulos kernel: br_netfilter, overlay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005840"/>
            <a:ext cx="2377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1005840"/>
            <a:ext cx="23774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Puertos abiertos: 6443 (API), 2379-80 (etcd)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10250 (kubelet), 10259 (scheduler)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10257 (controller-mgr)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30000-32767 (NodePort)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Flujo de Instalacion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64008" cy="3657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7223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1. Preparar nodos: desactivar swap, cargar modulos kernel, instalar containerd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2. Instalar kubeadm + kubelet + kubectl en todos los nodos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3. kubeadm init --pod-network-cidr=10.244.0.0/16  (en el primer master)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4. Configurar kubeconfig: cp /etc/kubernetes/admin.conf ~/.kube/config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5. Instalar CNI plugin: kubectl apply -f calico.yaml (o flannel, cilium)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6. kubeadm join &lt;master-ip&gt;:6443 --token &lt;token&gt; --discovery-token-ca-cert-hash &lt;hash&gt;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7. Verificar: kubectl get nodes -&gt; todos Ready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Networking: CNI Plugins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377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37744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Calibri"/>
              </a:defRPr>
            </a:pPr>
            <a:r>
              <a:t>Calico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El mas popular en produccion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Soporta Network Policies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BGP para routing avanzado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Alto rendimiento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005840"/>
            <a:ext cx="2377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005840"/>
            <a:ext cx="23774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Flannel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Simple y ligero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Overlay networking (VXLAN)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Facil de instalar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Sin Network Policies nativo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005840"/>
            <a:ext cx="2377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1005840"/>
            <a:ext cx="237744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Calibri"/>
              </a:defRPr>
            </a:pPr>
            <a:r>
              <a:t>Cilium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Basado en eBPF (moderno)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Network Policies avanzadas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Observabilidad integrada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Mejor rendimiento en escala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Alta Disponibilidad (HA)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64008" cy="3657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7223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Minimo 3 nodos master para HA (tolerancia a 1 fallo)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etcd: stacked (en los masters) o external (cluster etcd separado)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Load Balancer frente al API Server (HAProxy, nginx, cloud LB)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kubeadm init --control-plane-endpoint=lb:6443 (apuntar al LB)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kubeadm join --control-plane para agregar masters adicionales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Backup regular de etcd: etcdctl snapshot save backup.db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Probar recovery: etcdctl snapshot restore backup.db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Troubleshooting de kubeadm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37033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37033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Problemas Comunes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Node NotReady: CNI plugin no instalado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kubeadm init falla: swap activo o puertos bloqueados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Token expirado: kubeadm token create --print-join-command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etcd unhealthy: verificar certificados y connectivity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60" y="1005840"/>
            <a:ext cx="37033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09160" y="1005840"/>
            <a:ext cx="37033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Diagnostico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64592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kubectl get nodes -&gt; estado de nodos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journalctl -u kubelet -&gt; logs kubelet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kubeadm config print init-defaults -&gt; config actual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crictl ps -&gt; contenedores del control plane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Laboratorios Practicos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28016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005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Cluster con kubeadm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005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60 min | Avanzado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32588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Crear cluster multi-nodo desde cero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65960"/>
            <a:ext cx="128016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965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Agregar Worker Nodes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965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20 min | Intermedio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28600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Unir nodos adicionales al cluster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926080"/>
            <a:ext cx="128016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926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HA Control Plane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926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45 min | Avanzado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24612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Configurar multiples masters con LB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886200"/>
            <a:ext cx="1280160" cy="320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3886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Backup y Restore etcd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8862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30 min | Avanzado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20624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Backup y restauracion de etcd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Arial Black"/>
              </a:defRPr>
            </a:pPr>
            <a:r>
              <a:t>Resumen: Cluster Setup con kubeadm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54864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005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kubeadm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0058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Herramienta oficial de bootstrapping de clusters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54864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00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Flujo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600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init (master) -&gt; CNI plugin -&gt; join (workers)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194560"/>
            <a:ext cx="54864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945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CNI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1945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Calico (produccion), Flannel (simple), Cilium (eBPF)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788920"/>
            <a:ext cx="54864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88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HA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7889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3+ masters + LB + etcd distribuido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383280"/>
            <a:ext cx="54864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383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etcd Backup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3832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etcdctl snapshot save/restore (critico)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2D3EE"/>
                </a:solidFill>
                <a:latin typeface="Calibri"/>
              </a:defRPr>
            </a:pPr>
            <a:r>
              <a:t>Siguiente Modulo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828800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Arial Black"/>
              </a:defRPr>
            </a:pPr>
            <a:r>
              <a:t>Modulo 23: Mantenimiento y Upgrades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7315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Version Skew Policy entre componentes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Upgrade del Control Plane y Workers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Node maintenance: drain, cordon, uncordon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