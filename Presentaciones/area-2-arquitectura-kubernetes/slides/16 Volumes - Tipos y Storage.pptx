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Volumes - Tipos y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Implementacion practica de volumenes, PVCs y troubleshooting de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Implementacion de emptyDir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Implementacion de hostPath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PVC con Azure Disk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PVC con Azure File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Storage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Mejores Practicas de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Implementacion de emptyDir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Caso de uso 1: compartir archivos entre contenedores del mismo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Caso de uso 2: cache temporal de datos procesados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Caso de uso 3: area de trabajo para Init Containers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medium: '' (disco) o medium: Memory (tmpfs en RAM)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sizeLimit: 100Mi para limitar el tamano (evitar llenar el nodo)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Los datos se eliminan cuando el Pod se elimina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Ideal para sidecar patterns (log shipping, data processing)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Implementacion de hostPath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Monta directorio o archivo del nodo directamente en el Pod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type: Directory (debe existir), DirectoryOrCreate (crea si no existe)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type: File, FileOrCreate, Socket, CharDevice, BlockDevice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RIESGOS: el Pod esta atado al nodo, rompe scheduling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RIESGOS: acceso al filesystem del host = riesgo de seguridad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Uso legitimo: DaemonSets que necesitan acceder a logs del nodo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Uso legitimo: acceder a /var/run/docker.sock o /dev de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PVC con Azure Disk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Configuracion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StorageClass: managed-premium (SSD)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StorageClass: managed-standard (HDD)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accessModes: [ReadWriteOnce]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Azure Disk = block 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Caracteristicas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Solo RWO (un nodo a la vez)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Alto rendimiento (SSD Premium)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Snapshots y backups nativos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Ideal para bases de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PVC con Azure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Configuracion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StorageClass: azurefile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accessModes: [ReadWriteMany]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Protocolo SMB/CIFS o NFS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Azure File Share como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Caracteristicas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RWX: multiples nodos R/W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Ideal para contenido compartido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Menor rendimiento que Azure Disk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Bueno para CMS, uploads, shared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Troubleshooting de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Pod Pending: PVC no vinculado (no hay PV compatible)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PVC Pending: StorageClass no existe o sin capacidad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Mount error: permisos incorrectos o nodo incorrecto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Data loss: reclaimPolicy Delete al borrar PVC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Multi-attach error: Azure Disk en multiples nodos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Comandos de 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pv,pvc -&gt; estado de volumenes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describe pvc &lt;name&gt; -&gt; eventos de binding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events -&gt; errores de mount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get sc -&gt; StorageClasses disponibles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exec -- df -h -&gt; verificar mount en Pod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Mejores Practicas de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StorageClass para dynamic provisioning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reclaimPolicy: Retain para datos criticos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Dimensionar PVCs adecuadamente (no sobreprovisionar)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Etiquetar PVs con labels descriptivos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Backups regulares de datos persistentes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hostPath en produccion (excepto DaemonSets)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Azure Disk para cargas RWX (no soportado)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PVCs sin limits de tamano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Ignorar reclaimPolicy al crear StorageClass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Almacenar estado en emptyDir para datos criticos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emptyDir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20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Implementar cache compartido entre contenedores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PVC con Azure Disk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Provisionar y usar almacenamiento persistente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Azure File y RWX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Almacenamiento compartido entre replicas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Troubleshooting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y resolver problemas de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Volumes - Tipos y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emptyDir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Cache temporal y compartir datos entre contenedores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hostPath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Acceso al filesystem del host (solo DaemonSets)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Azure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Block storage RWO para bases de 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Azure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File storage RWX para datos compartidos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Dynamic Provisioning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StorageClass automatiza creacion de PVs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17: RBAC - Users y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Control de acceso basado en roles (RBAC)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Roles, ClusterRoles, RoleBindings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Autenticacion de usuarios con certificados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