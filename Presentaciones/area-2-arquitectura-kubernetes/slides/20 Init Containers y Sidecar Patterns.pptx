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MODULO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rial Black"/>
              </a:defRPr>
            </a:pPr>
            <a:r>
              <a:t>Init Containers y Sidecar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Patrones multi-container: inicializacion, sidecars y diseno avanzado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76809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Kubernetes + Azure AKS  |  Area 2: Arquitectura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Contenido del Modulo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Init Containers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Casos de Uso de Init Containers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Sidecar Pattern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Patrones Multi-Container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Diseno y Comunicacion entre Contenedores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Best Practices Multi-Container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Init Containers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Contenedores que se ejecutan ANTES del contenedor principal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Se ejecutan en secuencia: init-1 -&gt; init-2 -&gt; ... -&gt; app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Cada init container debe completar exitosamente antes del siguiente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Casos de uso: esperar dependencias, clonar config, migrar DB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Pueden usar imagenes diferentes al contenedor principal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Tienen acceso a los mismos volumes que el contenedor principal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Si un init container falla, el Pod se reinicia (segun restartPolicy)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Casos de Uso de Init Containers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Esperar Dependencias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Verificar que DB esta lista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Esperar que un Service responda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until nslookup db-service; do sleep 2; done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Evita CrashLoopBackOff del contenedor principal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Preparar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Clonar repo de configuracion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Descargar archivos necesarios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Generar certificados o config files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Escribir en volume compartido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Migrar Base de 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Ejecutar migraciones SQL antes del app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Garantiza schema actualizado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Solo se ejecuta una vez al iniciar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Falla el Pod si la migracion falla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Sidecar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Contenedor auxiliar que corre JUNTO al contenedor principal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Comparten network namespace (localhost) y volumes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No hay orden de inicio garantizado (a diferencia de init containers)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Sidecar nativo (K8s 1.28+): restartPolicy: Always en initContainers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Ciclo de vida independiente: se reinicia sin afectar al principal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Casos de uso: logging, monitoring, proxy, sync, encryption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Patrones Multi-Container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Sidecar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Extiende funcionalidad del principal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Log shipping (fluentd, filebeat)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File sync (git-sync)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Comparten volumen emptyDir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Ambassador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Proxy para conexiones externas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App se conecta a localhost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Ambassador rutea a destino real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Ej: proxy a DB multi-region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Adapter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Transforma output del principal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Estandariza metricas/logs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Convierte formato propietario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Ej: exportar metricas a Prometheus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Diseno y Comunicacion entre Contenedores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Shared Network: todos los contenedores comparten IP y puertos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Comunicacion via localhost:puerto entre contenedores del mismo Pod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Shared Volumes: emptyDir para compartir archivos entre contenedores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Contenedor principal escribe logs -&gt; sidecar los envia a Elasticsearch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Contenedor principal en puerto 8080 -&gt; ambassador proxy en puerto 5432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Lifecycle hooks: preStop para graceful shutdown coordinado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Resource limits por contenedor (no por Pod)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Best Practices Multi-Container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HACER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Un proceso por contenedor (single responsibility)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Init containers para dependencias pre-inicio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Sidecars para funcionalidad transversal (logging, proxy)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Definir resources para CADA contenedor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Usar volumenes compartidos para comunicacion de datos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EVITAR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Multiples procesos en un solo contenedor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Sidecar para logica de negocio (va en el principal)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Dependencias circulares entre contenedores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Init containers que tardan demasiado (sin timeout)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Sidecars sin health checks propios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Laboratorios Practicos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Init Containers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Basico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Esperar dependencias y preparar datos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Sidecar Logging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Implementar log shipping con sidecar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2801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Ambassador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461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Proxy pattern con contenedor ambassador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86200"/>
            <a:ext cx="128016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886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Patrones Combinados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45 min | Avanzado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2062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Init containers + sidecars en un Pod complejo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 Black"/>
              </a:defRPr>
            </a:pPr>
            <a:r>
              <a:t>Resumen: Init Containers y Sidecar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Init Containers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 ejecutan antes del principal, en secuencia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Sidecar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Contenedor auxiliar que corre junto al principal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Ambassador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Proxy para conexiones externas via localhost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Adapter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Transforma output (metricas, logs) del principal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Comunicacion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Shared network (localhost) + shared volumes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Calibri"/>
              </a:defRPr>
            </a:pPr>
            <a:r>
              <a:t>Siguiente Modulo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rial Black"/>
              </a:defRPr>
            </a:pPr>
            <a:r>
              <a:t>Modulo 21: Helm - Gestor de Paquetes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Helm: el package manager de Kubernetes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Charts, Values y Templates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Instalar aplicaciones complejas con un solo comando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