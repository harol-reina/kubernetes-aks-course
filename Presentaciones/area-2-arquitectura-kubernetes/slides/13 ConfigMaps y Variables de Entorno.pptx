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ConfigMaps y Variables de Entorno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Externalizando la configuracion de tus aplicaciones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Por que Externalizar la Configuracion?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Variables de Entorno en Pods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Creacion de ConfigMaps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Consumir ConfigMaps en Pods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Actualizaciones y ConfigMaps Inmutables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Patrones y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Por que Externalizar la Configuracion?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Principio de 12-Factor App: configuracion fuera del codigo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Misma imagen de contenedor en dev, staging y produccion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Cambiar configuracion sin reconstruir la imagen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ConfigMap: objeto de K8s para almacenar datos no-sensibles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Separa la configuracion de la aplicacion del manifiesto del Pod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Permite que equipos de ops cambien config sin tocar codigo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Variables de Entorno en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env: directamente en el spec del contenedor (key-value)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Uso: env: [{name: DB_HOST, value: 'postgres.db.svc'}]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Field References: metadata.name, status.podIP, spec.nodeName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Ejemplo: env: [{name: POD_NAME, valueFrom: {fieldRef: {fieldPath: metadata.name}}}]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Resource Field Ref: requests.cpu, limits.memory del contenedor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Las variables de entorno se resuelven al crear el contenedor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No se actualizan automaticamente si cambia la fuente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Creacion de ConfigMaps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Desde Literal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create configmap mi-config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  --from-literal=DB_HOST=postgres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  --from-literal=DB_PORT=5432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Rapido para valores simples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Desde Archivo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create configmap mi-config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  --from-file=app.properties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  --from-file=config-dir/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Ideal para archivos de 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Desde 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apiVersion: v1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kind: ConfigMap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data: {key: value}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Declarativo y versionable en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Consumir ConfigMaps en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Como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envFrom: configMapRef (todas las keys)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valueFrom: configMapKeyRef (una key)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inyectan como env vars al iniciar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se actualizan automaticamente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Como Volumen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volumes: configMap: name: mi-config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Cada key = un archivo en el volumen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Se montan en un directorio del Pod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SI se actualizan automaticamente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Actualizaciones y ConfigMaps Inmutables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Como volumen: actualizacion automatica (delay ~60s por kubelet sync)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Como env var: NO se actualiza (requiere recrear el Pod)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Estrategia: Rolling update del Deployment al cambiar ConfigMap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ConfigMaps Inmutables: immutable: true (K8s 1.21+)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Beneficio: protege contra cambios accidentales en produccion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Beneficio: mejora rendimiento (kubelet no hace watch)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Para cambiar un ConfigMap inmutable: crear nuevo + actualizar referencia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Patrones y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ConfigMaps para toda config no-sensible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Volumen para archivos, env vars para valores simples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Nombrar ConfigMaps con version (app-config-v2)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Usar immutable: true en produccion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Documentar todas las keys esperadas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Guardar passwords o tokens en ConfigMaps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ConfigMaps mayores a 1MB (limite de etcd)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Depender de auto-update de env vars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ConfigMaps sin namespace (son namespace-scoped)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Muchas keys sin documentar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ConfigMaps Basicos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y consumir ConfigMaps de diferentes formas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Variables de Entorno Avanzadas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Field references y resource field refs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Actualizaciones de ConfigMaps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Estrategias de actualizacion en vivo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ConfigMaps y Variables de Entorno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ConfigMap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Almacena configuracion no-sensible como objeto K8s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Creacion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Desde literal, archivo o manifiesto 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Consumo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Variables de entorno o volumenes montados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Actualizacion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Auto-update solo con volumenes (~60s delay)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Inmutable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immutable: true para proteger en produccion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14: Secrets y Datos Sensibles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Secrets: almacenar passwords, tokens, certificados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Diferencias criticas con ConfigMaps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Buenas practicas de seguridad para datos sensibles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