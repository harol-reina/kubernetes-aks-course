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Ingress y Acceso Externo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Routing HTTP inteligente, TLS y acceso externo a aplicaciones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Por que Ingress?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Componentes del Ingress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Tipos de Routing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TLS y Certificados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Annotations y Configuracion NGINX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Ingress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Por que Ingress?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NodePort: puerto aleatorio, sin routing HTTP, sin TLS facil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LoadBalancer: una IP publica por Service (costoso en cloud)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Ingress: un solo punto de entrada para multiples Services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Routing por host (api.example.com) y path (/api, /web)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TLS termination centralizada con certificados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Requiere un Ingress Controller (NGINX, Traefik, HAProxy)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Componentes del Ingress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Ingress 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Objeto de Kubernetes (YAML)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Define reglas de routing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host, path, backend Service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Configuracion TLS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Ingress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 que implementa las reglas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NGINX es el mas comun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Lee Ingress resources y configura proxy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Debe instalarse por separado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IngressClass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Permite multiples controllers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Cada Ingress especifica su clase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ingressClassName: nginx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Una puede ser default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Tipos de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Path-based: ejemplo.com/api -&gt; service-api, ejemplo.com/web -&gt; service-web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Host-based: api.ejemplo.com -&gt; service-api, web.ejemplo.com -&gt; service-web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pathType: Prefix (match por prefijo), Exact (match exacto)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pathType: ImplementationSpecific (depende del controller)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Default backend: trafico sin match va a un service por defecto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Multiples reglas en un solo Ingress o Ingress separados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TLS y Certificados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Ingress maneja TLS termination (HTTPS -&gt; HTTP al backend)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Certificado almacenado como Secret tipo kubernetes.io/tls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create secret tls mi-tls --cert=tls.crt --key=tls.key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Configuracion en spec.tls[].secretName y spec.tls[].hosts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cert-manager: automatizar Let's Encrypt con CRDs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Redireccion HTTP -&gt; HTTPS via annotations del controller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Annotations y Configuracion NGINX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nginx.ingress.kubernetes.io/rewrite-target: /  -&gt;  reescribir path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nginx.ingress.kubernetes.io/ssl-redirect: 'true'  -&gt;  forzar HTTPS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nginx.ingress.kubernetes.io/proxy-body-size: 10m  -&gt;  tamano maximo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nginx.ingress.kubernetes.io/rate-limiting  -&gt;  limitar requests/s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nginx.ingress.kubernetes.io/auth-type: basic  -&gt;  autenticacion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nginx.ingress.kubernetes.io/cors-allow-origin  -&gt;  CORS headers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Cada Ingress Controller tiene sus propias annotations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Troubleshooting de Ingress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404: path o host no configurado correctamente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502/503: backend Service o Pods no disponibles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IP asignada: Ingress Controller no instalado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TLS error: Secret no existe o nombre incorrecto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Comandos de 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ingress -&gt; ver reglas e IP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describe ingress &lt;name&gt; -&gt; detalles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logs -n ingress-nginx &lt;pod&gt; -&gt; logs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curl -H 'Host: x' &lt;IP&gt; -&gt; probar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Ingress Basico con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Instalar Ingress Controller y crear reglas basicas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Routing por Host y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Configurar routing avanzado con multiples backends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TLS y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Configurar certificados TLS y redireccion HTTPS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Ingress y Acceso Externo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Ingress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Punto de entrada HTTP/HTTPS unico para multiples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NGINX es el mas popular; debe instalarse aparte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Por host y path con reglas declarativas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Certificados como Secrets, termination en el Ingress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Annotations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Configuracion especifica del controller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10: Namespaces y Organizacion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Namespaces: aislamiento logico dentro del cluster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Resource Quotas y LimitRanges por namespace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Patrones de organizacion para equipos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