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46304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MODULO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Arial Black"/>
              </a:defRPr>
            </a:pPr>
            <a:r>
              <a:t>Gestion Avanzada de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Manifiestos YAML, ciclo de vida, labels, debugging y best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768096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Kubernetes + Azure AKS  |  Area 2: Arquitectura Kubernetes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 Black"/>
              </a:defRPr>
            </a:pPr>
            <a:r>
              <a:t>Contenido del Modulo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Manifiestos YAML Production-Ready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Ciclo de Vida del Pod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Labels, Selectors y Annotations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743199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43199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Inspeccion y Debugging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Resource Management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Security Contexts</a:t>
            </a:r>
          </a:p>
        </p:txBody>
      </p:sp>
      <p:sp>
        <p:nvSpPr>
          <p:cNvPr id="16" name="Oval 15"/>
          <p:cNvSpPr/>
          <p:nvPr/>
        </p:nvSpPr>
        <p:spPr>
          <a:xfrm>
            <a:off x="475488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Best Practices para Pods en Produccion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Manifiestos YAML Production-Ready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Siempre usar manifiestos YAML (no solo kubectl run)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Incluir metadata: labels, annotations, namespace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Definir resources: requests y limits para CPU/memoria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Agregar probes: liveness, readiness, startup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Security contexts: runAsNonRoot, readOnlyRootFilesystem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Estructura: apiVersion, kind, metadata, spec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Ciclo de Vida del Pod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Fases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Pending: esperando scheduling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Running: contenedores activos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Succeeded: terminacion exitosa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Failed: contenedor fallo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Unknown: sin comunicacion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Container States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Waiting: descargando imagen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Running: proceso activo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Terminated: proceso finalizo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CrashLoopBackOff: reinicio repetido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Restart Policies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Always: reiniciar siempre (default)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OnFailure: solo si falla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Never: nunca reiniciar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Back-off exponencial en crashes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Labels, Selectors y Annotations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Labels: pares clave-valor para organizar y seleccionar recursos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Convenciones: app, tier, environment, version, team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Selectors: equality (=, !=) y set-based (in, notin, exists)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Los Services usan selectors para encontrar Pods backend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Annotations: metadata no-identificadora (build info, docs, configs)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kubectl label pod &lt;pod&gt; key=value  -&gt;  agregar/modificar labels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kubectl get pods -l app=nginx,tier=frontend  -&gt;  filtrar por labels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Inspeccion y Debugging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76809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kubectl describe pod &lt;pod&gt;  -&gt;  detalles completos y eventos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kubectl logs &lt;pod&gt; [-c container]  -&gt;  logs del contenedor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kubectl logs &lt;pod&gt; --previous  -&gt;  logs del contenedor anterior (crash)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kubectl exec -it &lt;pod&gt; -- /bin/sh  -&gt;  shell interactivo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kubectl port-forward pod/&lt;pod&gt; 8080:80  -&gt;  acceso local directo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kubectl cp &lt;pod&gt;:/path ./local-path  -&gt;  copiar archivos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kubectl get events --sort-by=.lastTimestamp  -&gt;  eventos recientes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Resource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Requests (Garantizado)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Minimo de recursos reservados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Usado por el Scheduler para placement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Si no hay nodos con capacidad, Pod queda Pending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resources.requests.cpu: 100m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resources.requests.memory: 128Mi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05840"/>
            <a:ext cx="370332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005840"/>
            <a:ext cx="3703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Limits (Maximo)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Techo maximo de recursos permitido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CPU: se throttlea si excede el limit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Memoria: se mata (OOMKilled) si excede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resources.limits.cpu: 500m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resources.limits.memory: 256Mi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Security Contexts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76809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runAsNonRoot: true  -&gt;  prohibir ejecucion como root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runAsUser: 1000  -&gt;  ejecutar con UID especifico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readOnlyRootFilesystem: true  -&gt;  filesystem de solo lectura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allowPrivilegeEscalation: false  -&gt;  sin escalacion de privilegios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capabilities.drop: [ALL]  -&gt;  eliminar todas las capabilities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Se aplican a nivel de Pod (securityContext) o contenedor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Fundamental para cumplir con politicas de seguridad corporativas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Best Practices para Pods en Produccion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HACER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Usar manifiestos YAML versionados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Definir requests y limits siempre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Agregar liveness y readiness probes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Ejecutar como non-root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Usar labels consistentes (app, tier, env)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05840"/>
            <a:ext cx="370332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005840"/>
            <a:ext cx="3703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EVITAR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Crear Pods sueltos (usar Deployments)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Omitir resources (causa eviction)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Usar latest como tag de imagen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Ejecutar como root sin necesidad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Omitir probes (trafico a pods enfermos)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Laboratorios Practicos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2801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Manifiestos YAML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Basico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258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Crear Pods con manifiestos YAML completos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2801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Debugging de Pods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45 min | Intermedio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286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Diagnosticar y resolver problemas en Pods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rial Black"/>
              </a:defRPr>
            </a:pPr>
            <a:r>
              <a:t>Resumen: Gestion Avanzada de Pods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005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YAML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005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Siempre usar manifiestos declarativos, no imperativos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Pending -&gt; Running -&gt; Succeeded/Failed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Labels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Organizacion y seleccion de recursos clave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Resources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Requests (minimo) y Limits (maximo) obligatorios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83280"/>
            <a:ext cx="54864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383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Non-root, readOnly, drop capabilities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977639"/>
            <a:ext cx="54864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9776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Debugging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97763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describe, logs, exec, port-forward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D3EE"/>
                </a:solidFill>
                <a:latin typeface="Calibri"/>
              </a:defRPr>
            </a:pPr>
            <a:r>
              <a:t>Siguiente Modulo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rial Black"/>
              </a:defRPr>
            </a:pPr>
            <a:r>
              <a:t>Modulo 06: ReplicaSets y Replicas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Garantizar disponibilidad con replicas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ReplicaSet: el controlador de replicas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Self-healing: recuperacion automatica ante fallos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