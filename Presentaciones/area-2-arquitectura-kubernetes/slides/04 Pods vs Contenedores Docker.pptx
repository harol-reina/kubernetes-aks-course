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463040" cy="3657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 Black"/>
              </a:defRPr>
            </a:pPr>
            <a:r>
              <a:t>MODULO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8FAFC"/>
                </a:solidFill>
                <a:latin typeface="Arial Black"/>
              </a:defRPr>
            </a:pPr>
            <a:r>
              <a:t>Pods vs Contenedores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La unidad minima de despliegue en Kubernetes y su relacion con los contenedores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389120"/>
            <a:ext cx="7680960" cy="274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48056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Kubernetes + Azure AKS  |  Area 2: Arquitectura Kubernetes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Arial Black"/>
              </a:defRPr>
            </a:pPr>
            <a:r>
              <a:t>Contenido del Modulo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09728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09728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La Evolucion: LXC -&gt; Docker -&gt; Kubernetes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64592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64592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Que es un Pod? La Abstraccion Clave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19456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19456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Los 7 Linux Namespaces en un Pod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743199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743199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Docker Compose vs Kubernetes Pods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29184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29184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Patrones Multi-Contenedor</a:t>
            </a:r>
          </a:p>
        </p:txBody>
      </p:sp>
      <p:sp>
        <p:nvSpPr>
          <p:cNvPr id="14" name="Oval 13"/>
          <p:cNvSpPr/>
          <p:nvPr/>
        </p:nvSpPr>
        <p:spPr>
          <a:xfrm>
            <a:off x="4754880" y="109728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109728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Decision: Un Pod o Multiples Pods?</a:t>
            </a:r>
          </a:p>
        </p:txBody>
      </p:sp>
      <p:sp>
        <p:nvSpPr>
          <p:cNvPr id="16" name="Oval 15"/>
          <p:cNvSpPr/>
          <p:nvPr/>
        </p:nvSpPr>
        <p:spPr>
          <a:xfrm>
            <a:off x="4754880" y="164592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164592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Ciclo de Vida del Pod</a:t>
            </a:r>
          </a:p>
        </p:txBody>
      </p:sp>
      <p:sp>
        <p:nvSpPr>
          <p:cNvPr id="18" name="Oval 17"/>
          <p:cNvSpPr/>
          <p:nvPr/>
        </p:nvSpPr>
        <p:spPr>
          <a:xfrm>
            <a:off x="4754880" y="219456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219456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Antipatrones y Best Practices</a:t>
            </a:r>
          </a:p>
        </p:txBody>
      </p:sp>
      <p:sp>
        <p:nvSpPr>
          <p:cNvPr id="20" name="Oval 19"/>
          <p:cNvSpPr/>
          <p:nvPr/>
        </p:nvSpPr>
        <p:spPr>
          <a:xfrm>
            <a:off x="4754880" y="2743199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2743199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Debugging y Troubleshooting de Pods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Arial Black"/>
              </a:defRPr>
            </a:pPr>
            <a:r>
              <a:t>La Evolucion: LXC -&gt; Docker -&gt; Kubernetes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768096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64008" cy="3657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188720"/>
            <a:ext cx="7223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2008 - LXC: aislamiento basico a nivel de kernel Linux (cgroups + namespaces)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2013 - Docker: empaquetado portatil con imagenes, Dockerfile, registries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Docker Compose: orquestacion basica multi-contenedor en un host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2014 - Kubernetes: orquestacion a escala con el concepto de Pod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Evolucion clave: de contenedor aislado -&gt; Pod = grupo de contenedores cooperando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Un Pod NO es un contenedor; es un WRAPPER que agrupa contenedores relacionados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rial Black"/>
              </a:defRPr>
            </a:pPr>
            <a:r>
              <a:t>Que es un Pod? La Abstraccion Clave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370332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37033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188720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Contenedor Docker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34290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Proceso aislado con su filesystem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Tiene su propia IP y network stack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Se comunica via red con otros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Un proceso = un contenedor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Unidad de Docker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709159" y="1005840"/>
            <a:ext cx="370332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09159" y="1005840"/>
            <a:ext cx="370332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19" y="1188720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9488"/>
                </a:solidFill>
                <a:latin typeface="Calibri"/>
              </a:defRPr>
            </a:pPr>
            <a:r>
              <a:t>Pod de 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19" y="1645920"/>
            <a:ext cx="34290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Wrapper de 1+ contenedores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IP compartida entre contenedores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Shared network namespace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Shared volumes y IPC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Unidad minima de Kubernetes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Arial Black"/>
              </a:defRPr>
            </a:pPr>
            <a:r>
              <a:t>Los 7 Linux Namespaces en un Pod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37744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3774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Compartidos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Network (net): misma IP y puertos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IPC: memoria compartida, semaforos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UTS: mismo hostname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Contenedores se comunican via localhost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Cuidado: no usar el mismo puerto!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005840"/>
            <a:ext cx="237744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0" y="1005840"/>
            <a:ext cx="23774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Separados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164592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Mount (mnt): filesystem independiente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User: UIDs/GIDs separados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Cgroup: limites de recursos por container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PID: separado por defecto (shareProcessNamespace: true para compartir)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005840"/>
            <a:ext cx="237744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35040" y="1005840"/>
            <a:ext cx="237744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Calibri"/>
              </a:defRPr>
            </a:pPr>
            <a:r>
              <a:t>Pause Container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164592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Contenedor oculto creado primero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Crea los namespaces compartidos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Los demas contenedores los heredan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Mantiene los namespaces vivos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Si muere, el Pod se recrea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rial Black"/>
              </a:defRPr>
            </a:pPr>
            <a:r>
              <a:t>Docker Compose vs Kubernetes Pods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370332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37033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Docker Compose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3291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Cada service = contenedor independiente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Red virtual compartida (bridge)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Se comunican por nombre del service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docker-compose up/down para gestionar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Un solo host, sin auto-recovery</a:t>
            </a:r>
          </a:p>
        </p:txBody>
      </p:sp>
      <p:sp>
        <p:nvSpPr>
          <p:cNvPr id="8" name="Rectangle 7"/>
          <p:cNvSpPr/>
          <p:nvPr/>
        </p:nvSpPr>
        <p:spPr>
          <a:xfrm>
            <a:off x="4709160" y="1005840"/>
            <a:ext cx="370332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09160" y="1005840"/>
            <a:ext cx="370332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1188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Kubernetes Pods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645920"/>
            <a:ext cx="3291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Cada Pod = 1+ contenedores cooperando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Contenedores del Pod comparten IP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Se comunican via localhost:puerto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Auto-recovery, scheduling distribuido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Multi-nodo, alta disponibilidad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Arial Black"/>
              </a:defRPr>
            </a:pPr>
            <a:r>
              <a:t>Patrones Multi-Contenedor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37744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37744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9488"/>
                </a:solidFill>
                <a:latin typeface="Calibri"/>
              </a:defRPr>
            </a:pPr>
            <a:r>
              <a:t>Sidecar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Extiende funcionalidad del principal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Corre simultaneo, misma vida util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Ej: log shipper (fluentd)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Ej: proxy TLS, file sync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Patron mas comun en produccion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005840"/>
            <a:ext cx="237744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0" y="1005840"/>
            <a:ext cx="23774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Init Container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164592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Se ejecuta ANTES del principal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Secuencial: init1 -&gt; init2 -&gt; app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Ej: esperar DB, clonar config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Ej: migrar esquema SQL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Falla = el Pod no arranca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005840"/>
            <a:ext cx="237744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35040" y="1005840"/>
            <a:ext cx="237744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Calibri"/>
              </a:defRPr>
            </a:pPr>
            <a:r>
              <a:t>Ambassador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164592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Proxy para conexiones externas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App se conecta a localhost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Ambassador rutea al destino real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Ej: proxy a DB multi-region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Desacopla app de infraestructura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rial Black"/>
              </a:defRPr>
            </a:pPr>
            <a:r>
              <a:t>Decision: Un Pod o Multiples Pods?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370332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37033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Mismo Pod (contenedores acoplados)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3291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Necesitan comunicacion via localhost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Comparten archivos via volumes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Escalan juntos (siempre mismas replicas)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Ciclo de vida identico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Ej: app + sidecar de logging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4709160" y="1005840"/>
            <a:ext cx="370332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09160" y="1005840"/>
            <a:ext cx="370332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1188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Pods Separados (recomendado)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645920"/>
            <a:ext cx="3291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Se comunican via Service (red)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Escalan independientemente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Pueden fallar sin afectar al otro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Diferentes requisitos de recursos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Ej: frontend + backend + DB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Arial Black"/>
              </a:defRPr>
            </a:pPr>
            <a:r>
              <a:t>Ciclo de Vida del Pod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768096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64008" cy="3657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188720"/>
            <a:ext cx="7223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Pending: esperando scheduling, descarga de imagen, init containers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Running: al menos un contenedor esta activo y ejecutando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Succeeded: todos los contenedores terminaron exitosamente (exit 0)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Failed: al menos un contenedor termino con error (exit != 0)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Unknown: no se puede contactar al nodo para obtener estado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Conditions: Initialized, Ready, ContainersReady, PodScheduled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Restart policies: Always (default), OnFailure, Never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rial Black"/>
              </a:defRPr>
            </a:pPr>
            <a:r>
              <a:t>Antipatrones y Best Practices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370332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37033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HACER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3291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Un proceso principal por contenedor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Sidecar solo si es realmente necesario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Init containers para setup pre-inicio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Pods separados para servicios independientes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Usar volumes compartidos para comunicacion de datos</a:t>
            </a:r>
          </a:p>
        </p:txBody>
      </p:sp>
      <p:sp>
        <p:nvSpPr>
          <p:cNvPr id="8" name="Rectangle 7"/>
          <p:cNvSpPr/>
          <p:nvPr/>
        </p:nvSpPr>
        <p:spPr>
          <a:xfrm>
            <a:off x="4709160" y="1005840"/>
            <a:ext cx="370332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09160" y="1005840"/>
            <a:ext cx="370332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1188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EVITAR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645920"/>
            <a:ext cx="3291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Fat Pods: demasiados contenedores (max 3-4)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Meter DB + app + cache en un solo Pod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Usar filesystem como cola de mensajes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Contenedores que no necesitan compartir IP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Pods sin restart policy adecuada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Arial Black"/>
              </a:defRPr>
            </a:pPr>
            <a:r>
              <a:t>Debugging y Troubleshooting de Pods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768096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64008" cy="3657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188720"/>
            <a:ext cx="7223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kubectl get pods -o wide  -&gt;  estado, IP, nodo de cada Pod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kubectl describe pod &lt;pod&gt;  -&gt;  detalles, events, condiciones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kubectl logs &lt;pod&gt; -c &lt;container&gt;  -&gt;  logs de un contenedor especifico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kubectl exec -it &lt;pod&gt; -c &lt;container&gt; -- sh  -&gt;  shell en contenedor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CrashLoopBackOff: error en el comando/app del contenedor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ImagePullBackOff: imagen no encontrada o credenciales invalidas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OOMKilled: contenedor excedio el limite de memoria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Evicted: nodo sin recursos suficientes, Pod fue desalojado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rial Black"/>
              </a:defRPr>
            </a:pPr>
            <a:r>
              <a:t>Laboratorios Practicos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28016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Lab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1005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Evolucion de Contenedores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0058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30 min | Basico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32588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De Docker a Pods: comparar aislamiento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965960"/>
            <a:ext cx="128016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Lab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1965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Namespace Sharing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9659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30 min | Intermedio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228600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Explorar los 7 namespaces de Linux en Pods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926080"/>
            <a:ext cx="128016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Lab 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2926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Sidecar Real-World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926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30 min | Intermedio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324612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Implementar sidecar de logging con Fluentd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886200"/>
            <a:ext cx="1280160" cy="320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Lab 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3886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Init Container Migration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8862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30 min | Intermedio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420624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Usar init containers para preparar entorno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846320"/>
            <a:ext cx="128016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Lab 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48463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Docker Compose Migration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48463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45 min | Avanzado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516636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Migrar app multi-servicio de Compose a K8s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806440"/>
            <a:ext cx="128016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Lab 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94560" y="5806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Lab Resumen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58064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60 min | Intermedio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4560" y="612648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Laboratorio integrador de Pods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8FAFC"/>
                </a:solidFill>
                <a:latin typeface="Arial Black"/>
              </a:defRPr>
            </a:pPr>
            <a:r>
              <a:t>Resumen: Pods vs Contenedores Docker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54864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005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Pod != Contenedor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0058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Pod es un wrapper que agrupa contenedores con red compartida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54864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00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Namespaces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16002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Network, IPC, UTS compartidos; Mount, User separados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194560"/>
            <a:ext cx="54864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1945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Pause Container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1945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Crea y mantiene los namespaces compartidos del Pod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788920"/>
            <a:ext cx="54864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788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Sidecar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7889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Patron principal: extiende funcionalidad del contenedor principal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383280"/>
            <a:ext cx="54864" cy="457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383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Init Container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3832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Se ejecuta antes del principal para preparar el entorno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977639"/>
            <a:ext cx="54864" cy="4572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97763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Best Practice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3977639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Un Pod = una funcion; servicios independientes = Pods separados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2D3EE"/>
                </a:solidFill>
                <a:latin typeface="Calibri"/>
              </a:defRPr>
            </a:pPr>
            <a:r>
              <a:t>Siguiente Modulo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828800" cy="3657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8FAFC"/>
                </a:solidFill>
                <a:latin typeface="Arial Black"/>
              </a:defRPr>
            </a:pPr>
            <a:r>
              <a:t>Modulo 05: Gestion Avanzada de Pods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7315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Manifiestos YAML production-ready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Labels, selectors y annotations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Resource management y security contexts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