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46304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MODULO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rial Black"/>
              </a:defRPr>
            </a:pPr>
            <a:r>
              <a:t>Networking Avanzado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CNI, Network Policies, DNS, Service Mesh y troubleshooting de 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768096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Kubernetes + Azure AKS  |  Area 2: Arquitectura 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 Black"/>
              </a:defRPr>
            </a:pPr>
            <a:r>
              <a:t>Contenido del Modulo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Modelo de Networking de Kubernetes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CNI Plugins en Detalle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Network Policies</a:t>
            </a:r>
          </a:p>
        </p:txBody>
      </p:sp>
      <p:sp>
        <p:nvSpPr>
          <p:cNvPr id="10" name="Oval 9"/>
          <p:cNvSpPr/>
          <p:nvPr/>
        </p:nvSpPr>
        <p:spPr>
          <a:xfrm>
            <a:off x="475488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DNS en Kubernetes (CoreDNS)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Service Mesh (Introduccion)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Troubleshooting de 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Modelo de Networking de Kubernetes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Regla fundamental: cada Pod tiene su propia IP unica en el cluster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Pod-to-Pod: comunicacion directa sin NAT (flat network)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Pod-to-Service: via ClusterIP y kube-proxy/iptables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External-to-Service: via NodePort, LoadBalancer o Ingress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CNI (Container Network Interface): plugin que implementa la red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El modelo de red es un contrato; el CNI plugin decide COMO implementarlo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CNI Plugins en Detalle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Calico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BGP routing (Layer 3)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Network Policies completas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Alto rendimiento sin overlay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Mas usado en produccion on-prem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Cilium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Basado en eBPF (kernel-level)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L3/L4/L7 network policies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Observabilidad con Hubble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Reemplaza kube-proxy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Azure CNI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Pods obtienen IPs de la VNET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Integracion nativa con Azure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Network Policies con Azure NPM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Default en AKS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Network Policies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Por defecto: todos los Pods pueden comunicarse con todos (abierto)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Network Policy: reglas de firewall a nivel de Pod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Requiere CNI que soporte NP (Calico, Cilium, Azure NPM; NO Flannel)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policyTypes: Ingress (trafico entrante), Egress (trafico saliente)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podSelector: a que Pods aplica la policy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ingress.from / egress.to: podSelector, namespaceSelector, ipBlock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Efecto: una vez que un Pod tiene NP, TODO el trafico no-permitido se bloquea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DNS en Kubernetes (CoreDNS)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Service DNS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&lt;svc&gt;.&lt;ns&gt;.svc.cluster.local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Dentro del ns: solo el nombre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A record -&gt; ClusterIP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SRV record -&gt; puertos named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Pod DNS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&lt;pod-ip-dashed&gt;.&lt;ns&gt;.pod.cluster.local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Ej: 10-244-1-5.default.pod...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Menos usado que Service DNS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Headless SVC para DNS directo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Configuracion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CoreDNS en kube-system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Corefile: plugins y zonas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dnsPolicy en Pod spec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dnsConfig: nameservers custom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Service Mesh (Introduccion)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Service Mesh: capa de infraestructura para comunicacion servicio-a-servicio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Sidecar proxy (Envoy) inyectado en cada Pod automaticamente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Funcionalidades: mTLS, load balancing, circuit breaker, retry, observabilidad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Istio: el service mesh mas conocido (complejo pero completo)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Linkerd: ligero y facil de adoptar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No siempre necesario: evaluar complejidad vs beneficios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Troubleshooting de 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Problemas Comunes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Pod no alcanza Service: DNS roto o Network Policy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DNS timeout: CoreDNS pods no estan Running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Pod sin IP: CNI plugin no funciona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NodePort no accesible: firewall del nodo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Latencia alta: overlay network overhead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Diagnostico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exec -- nslookup &lt;svc&gt; -&gt; test DNS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exec -- curl &lt;svc&gt;:&lt;port&gt; -&gt; test conectividad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get networkpolicies -&gt; policies activas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logs -n kube-system coredns-xxx -&gt; DNS logs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get pods -o wide -&gt; IPs asignadas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Laboratorios Practicos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Network Policies Basicas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258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Crear policies de ingress y egress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DNS y Service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286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Explorar CoreDNS y resolucion entre namespaces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2801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Troubleshooting de 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45 min | Avanzado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461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Diagnosticar problemas de conectividad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rial Black"/>
              </a:defRPr>
            </a:pPr>
            <a:r>
              <a:t>Resumen: Networking Avanzado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Flat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005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Cada Pod tiene IP unica, comunicacion sin NAT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CNI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Calico, Cilium, Azure CNI implementan la 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Network Policies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Firewall a nivel Pod (requiere CNI compatible)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CoreDNS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&lt;svc&gt;.&lt;ns&gt;.svc.cluster.local para discovery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54864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Service Mesh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mTLS, observabilidad, circuit breaker (Istio/Linkerd)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D3EE"/>
                </a:solidFill>
                <a:latin typeface="Calibri"/>
              </a:defRPr>
            </a:pPr>
            <a:r>
              <a:t>Siguiente Modulo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rial Black"/>
              </a:defRPr>
            </a:pPr>
            <a:r>
              <a:t>Modulo 26: Troubleshooting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Metodologia sistematica de troubleshooting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Diagnostico de aplicaciones, nodos y red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Preparacion para el examen 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