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1463040" cy="41148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0972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MODULO 12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Health Checks y Probes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de Salud Inteligente: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Startup, Liveness y Readiness Probes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0"/>
            <a:ext cx="731520" cy="7315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2103120"/>
            <a:ext cx="731520" cy="7315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834640"/>
            <a:ext cx="731520" cy="73152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731520" y="4389120"/>
            <a:ext cx="768096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Kubernetes + Azure AKS Profesional  |  Area 2: Arquitectura Kubernetes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Contenido del Modulo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80160" y="12161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Problema: Procesos Vivos pero Rotos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417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'Running' no significa 'Healthy'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17190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Tipos de Probes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19202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Startup, Liveness, Readiness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24028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80160" y="22219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del Pod con Probes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242316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ejecucion y dependencias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74320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0160" y="27249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Handlers: HTTP, TCP, Exec, gRPC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29260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Mecanismos de verificacion de salud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24612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0160" y="32278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Parametros de Timing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34290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initialDelay, period, timeout, thresholds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37490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80160" y="37307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Configuracion YAML en Produccion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80160" y="39319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combinados para apps reales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425196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80160" y="42336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y Best Practices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280160" y="44348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comunes y como evitarlos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83680" y="1234440"/>
            <a:ext cx="21031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83680" y="1325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Datos Clave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83680" y="1783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6583680" y="207568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Probe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83680" y="2423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6583680" y="27157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8368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6583680" y="33558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YAML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83680" y="3703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6583680" y="39959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Practicos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Problema: Proceso Vivo, App Rota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43000"/>
            <a:ext cx="7680960" cy="64008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2344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14300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 medica: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doctor no solo verifica que el corazon late. Tambien mide temperatura, presion arterial, y reflejos. Kubernetes necesita lo mismo.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1520" y="2011680"/>
            <a:ext cx="3657600" cy="118872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" y="2011680"/>
            <a:ext cx="54864" cy="118872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2402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148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 en Deadlock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554480" y="2468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activo, responde 500 a todo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754880" y="2011680"/>
            <a:ext cx="3657600" cy="118872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754880" y="2011680"/>
            <a:ext cx="54864" cy="118872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24028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577840" y="2148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Inicializando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577840" y="2468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trafico antes de estar lista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31520" y="3429000"/>
            <a:ext cx="3657600" cy="118872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31520" y="3429000"/>
            <a:ext cx="54864" cy="1188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65760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54480" y="3566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Descriptor Exhaustion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1554480" y="3886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Conexiones acumuladas, no acepta mas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754880" y="3429000"/>
            <a:ext cx="3657600" cy="118872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54880" y="3429000"/>
            <a:ext cx="54864" cy="118872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3657600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577840" y="3566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Leak Gradual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5577840" y="3886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Funciona... hasta que deja de funcionar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 Tres Tipos de Probes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24688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97280"/>
            <a:ext cx="2468880" cy="54864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3258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874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STARTUP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21762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app ya inicio?"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251460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Cuando: Inicio del container</a:t>
            </a:r>
            <a:endParaRPr lang="en-US" sz="11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Fallo: Reinicia el Pod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apps lentas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(Java, ML, databases)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 liveness/readiness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que tenga exito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desactiva tras primer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7560" y="1097280"/>
            <a:ext cx="24688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37560" y="1097280"/>
            <a:ext cx="2468880" cy="5486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3258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37560" y="1874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LIVENESS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337560" y="21762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app sigue viva?"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520440" y="251460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Cuando: Continuo tras startup</a:t>
            </a:r>
            <a:endParaRPr lang="en-US" sz="11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Fallo: Reinicia el container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deadlocks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procesos colgados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estados corruptos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Auto-healing automatico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943600" y="1097280"/>
            <a:ext cx="24688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943600" y="1097280"/>
            <a:ext cx="246888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32588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943600" y="1874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READINESS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5943600" y="21762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app puede recibir trafico?"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126480" y="251460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Cuando: Continuo, toda la vida</a:t>
            </a:r>
            <a:endParaRPr lang="en-US" sz="11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Fallo: Quita del Service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trafico al Pod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warming up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mantenimiento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reinicia el container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Ciclo de Vida del Pod con Probes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77240" y="1280160"/>
            <a:ext cx="457200" cy="45720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11480" y="18288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Creado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23317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Asignado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nodo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25880" y="1508760"/>
            <a:ext cx="8686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14600" y="12801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25146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148840" y="18288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48840" y="23317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descargada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063240" y="1508760"/>
            <a:ext cx="8686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1960" y="128016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86200" y="18288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86200" y="23317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probes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00600" y="1508760"/>
            <a:ext cx="8686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89320" y="128016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59893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623560" y="18288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23560" y="23317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Chequeo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537960" y="1508760"/>
            <a:ext cx="8686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26680" y="128016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772668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60920" y="18288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60920" y="23317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Trafico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habilitado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1520" y="3017520"/>
            <a:ext cx="3657600" cy="146304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31520" y="3017520"/>
            <a:ext cx="54864" cy="1463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1005840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bloquea todo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05840" y="34290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startup probe no tenga exito: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NO se ejecuta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NO se ejecuta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primer exito, se desactiva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3017520"/>
            <a:ext cx="3657600" cy="146304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017520"/>
            <a:ext cx="54864" cy="1463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y Readiness en paralelo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029200" y="34290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startup exitoso: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Liveness: detecta crashes/hangs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Readiness: controla trafico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corren simultaneamente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Handlers de Verificacion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286000"/>
                <a:gridCol w="2743200"/>
                <a:gridCol w="10972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Mecanismo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Ideal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GET al endpoint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Apps web, APIs REST, microservicios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200-399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tcpSocket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Conexion TCP al puerto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Databases, caches (MySQL, Redis)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Conexion OK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Ejecuta comando en container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Scripts custom, archivos de estado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Exit code 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grpc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check protocol gRPC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Servicios gRPC nativos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SERVING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31520" y="3703320"/>
            <a:ext cx="7680960" cy="10972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31520" y="3703320"/>
            <a:ext cx="7680960" cy="274320"/>
          </a:xfrm>
          <a:prstGeom prst="rect">
            <a:avLst/>
          </a:prstGeom>
          <a:solidFill>
            <a:srgbClr val="2D2D44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3721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httpGet - el mas comun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05840" y="40233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livenessProbe: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httpGet: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path: /healthz          </a:t>
            </a:r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port: 8080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initialDelaySeconds: 15   periodSeconds: 10   failureThreshold: 3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Parametros de Timing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6583680" cy="530352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51560"/>
            <a:ext cx="54864" cy="5303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698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initialDelaySeconds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espera antes del primer chequeo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709928"/>
            <a:ext cx="6583680" cy="530352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709928"/>
            <a:ext cx="54864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7282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periodSeconds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9842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 entre chequeos consecutivos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368296"/>
            <a:ext cx="6583680" cy="530352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368296"/>
            <a:ext cx="54864" cy="5303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3865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timeoutSeconds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64261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maximo de espera por respuesta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026664"/>
            <a:ext cx="6583680" cy="530352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026664"/>
            <a:ext cx="54864" cy="5303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044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failureThreshold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3009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Fallos consecutivos antes de tomar accion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685032"/>
            <a:ext cx="6583680" cy="530352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685032"/>
            <a:ext cx="54864" cy="5303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703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successThreshold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9593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Exitos consecutivos para marcar como sano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98080" y="1051560"/>
            <a:ext cx="1097280" cy="315468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498080" y="1051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Default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98080" y="14447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98080" y="21031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98080" y="27614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98080" y="34198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498080" y="40782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31520" y="4251960"/>
            <a:ext cx="7863840" cy="502920"/>
          </a:xfrm>
          <a:prstGeom prst="rect">
            <a:avLst/>
          </a:prstGeom>
          <a:solidFill>
            <a:srgbClr val="1C2A3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31520" y="4251960"/>
            <a:ext cx="54864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1005840" y="425196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Startup: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Tiempo maximo = initialDelaySeconds + (periodSeconds x failureThreshold)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Configuracion de Produccion Completa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029200" cy="393192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5029200" cy="292608"/>
          </a:xfrm>
          <a:prstGeom prst="rect">
            <a:avLst/>
          </a:prstGeom>
          <a:solidFill>
            <a:srgbClr val="2D2D4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326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nodejs-production.yaml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4572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nodejs-app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image: node:18-alpine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startupProbe: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httpGet: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path: /healthz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port: 3000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failureThreshold: 30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periodSeconds: 10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livenessProbe: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httpGet: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path: /healthz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port: 3000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periodSeconds: 10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failureThreshold: 3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readinessProbe: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httpGet: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path: /ready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port: 3000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periodSeconds: 5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760720" y="914400"/>
            <a:ext cx="29260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760720" y="914400"/>
            <a:ext cx="54864" cy="10972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5989320" y="9875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startupProbe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89320" y="12801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300s (5 min) para iniciar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intentos x 10s cada uno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apps lentas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60720" y="2194560"/>
            <a:ext cx="29260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760720" y="2194560"/>
            <a:ext cx="54864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5989320" y="22677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livenessProbe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89320" y="25603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Chequeo cada 10s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fallos = reinicio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deadlocks/hangs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760720" y="3474720"/>
            <a:ext cx="29260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60720" y="3474720"/>
            <a:ext cx="54864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5989320" y="35478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readinessProbe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89320" y="3840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Chequeo cada 5s (mas frecuente)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trafico en el 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diferente: /ready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 Pasa Cuando un Probe Falla?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30552"/>
                <a:gridCol w="2130552"/>
                <a:gridCol w="213055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Accion al fallar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Reinicia Pod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Reinicia Container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Quita del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Cuando se ejecuta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al inicio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Despues de startup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 la vida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Afecta trafico?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directamente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(por restart)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(endpoints)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desactiva?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Si, tras primer exito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No, siempre activo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No, siempre activo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successThreshold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(fijo)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(fijo)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2A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31520" y="4023360"/>
            <a:ext cx="7680960" cy="640080"/>
          </a:xfrm>
          <a:prstGeom prst="rect">
            <a:avLst/>
          </a:prstGeom>
          <a:solidFill>
            <a:srgbClr val="1C2A3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31520" y="402336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402336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Clave: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readiness puede fallar y recuperarse sin reiniciar. Startup y liveness reinician el container al superar failureThreshold.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Troubleshooting de Probes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36576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05840"/>
            <a:ext cx="73152" cy="3566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143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Errores Comunes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55448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Probes demasiado agresivos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muy corto causa falsos positivos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endpoint para liveness/readiness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problema de readiness reinicia el Pod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startup probe en apps lentas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mata Pods que aun inician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que depende de servicios externos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 en BD reinicia todos los Pods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initialDelaySeconds muy bajo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CrashLoopBackOff innecesario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657600" cy="35661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3657600" cy="292608"/>
          </a:xfrm>
          <a:prstGeom prst="rect">
            <a:avLst/>
          </a:prstGeom>
          <a:solidFill>
            <a:srgbClr val="2D2D44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0241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Comandos de Diagnostico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1371600"/>
            <a:ext cx="3291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 eventos de probes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pod &lt;name&gt;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 logs del container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logs &lt;pod&gt; --previous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 estado del endpoint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endpoints &lt;svc&gt;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 manual del probe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exec &lt;pod&gt; --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curl -s localhost:8080/healthz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 eventos filtrados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events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--field-selector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involvedObject.name=&lt;pod&gt;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Best Practices de Produccion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3657600" cy="356616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51560"/>
            <a:ext cx="365760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2344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HACER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05840" y="169164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usar las 3 probes en produccion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ligeros (/healthz, /ready)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probe para apps &gt; 10s de inicio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diferentes para liveness/readiness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failureThreshold &gt;= 3 (tolerancia)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solo chequea estado interno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chequea dependencias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051560"/>
            <a:ext cx="3657600" cy="356616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051560"/>
            <a:ext cx="3657600" cy="5486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344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94960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EVITAR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029200" y="169164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que llama a servicios externos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pesados (queries a BD)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timeoutSeconds: 1 para apps lentas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path para liveness y readiness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Ignorar CrashLoopBackOff por probes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Probes sin failureThreshold suficiente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Olvidar startup probe (apps Java/ML)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Guia de Decision: Que Probe Necesitas?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51560"/>
            <a:ext cx="36576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88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tarda &gt; 10s en iniciar?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startupProbe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Java, Spring Boot, databases, ML models.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Calcula: failureThreshold x periodSeconds &gt;= tiempo de inicio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51560"/>
            <a:ext cx="36576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88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puede colgarse o entrar en deadlock?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508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livenessProbe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8288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interno liviano (/healthz).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depender de servicios externos.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chequea que el proceso responde.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83464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2834640"/>
            <a:ext cx="36576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971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Necesitas controlar cuando recibe trafico?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3291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readinessProbe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611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separado (/ready).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chequear dependencias (BD, cache).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Remove/add del Service endpoints.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834640"/>
            <a:ext cx="3657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834640"/>
            <a:ext cx="36576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2971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en produccion con usuarios reales?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3291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 3 probes juntas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3611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Startup: protege inicio lento.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Liveness: detecta crashes.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Readiness: controla trafico.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las 3 en produccion.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Resumen del Modulo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54864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97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Probe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834640" y="1097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apps lentas, bloquea otros probes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54864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Probe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3464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deadlocks, reinicia container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103120"/>
            <a:ext cx="54864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Probe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34640" y="2103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trafico, no reinicia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606040"/>
            <a:ext cx="54864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34640" y="2606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(mas comun), TCP, Exec, gRPC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108960"/>
            <a:ext cx="54864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108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83464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+ period x threshold = tiempo max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611880"/>
            <a:ext cx="54864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834640" y="3611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las 3 probes, endpoints separados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1097280"/>
            <a:ext cx="2377440" cy="228600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1792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Certificacion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0" y="164592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CKAD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Probes en Pod spec (examen)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probes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 Specialty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monitoring patterns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4389120"/>
            <a:ext cx="768096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12: Health Checks y Probes  |  Curso Kubernetes + Azure AKS Profesional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Modulo 12: Health Checks y Probes</dc:title>
  <dc:subject>PptxGenJS Presentation</dc:subject>
  <dc:creator>Curso Kubernetes + AKS</dc:creator>
  <cp:lastModifiedBy>Curso Kubernetes + AKS</cp:lastModifiedBy>
  <cp:revision>1</cp:revision>
  <dcterms:created xsi:type="dcterms:W3CDTF">2026-03-03T00:09:58Z</dcterms:created>
  <dcterms:modified xsi:type="dcterms:W3CDTF">2026-03-03T00:09:58Z</dcterms:modified>
</cp:coreProperties>
</file>