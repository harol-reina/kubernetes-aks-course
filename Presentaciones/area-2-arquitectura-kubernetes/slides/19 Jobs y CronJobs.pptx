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Jobs y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Workloads de ejecucion finita y tareas programadas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El Problema: Tareas que Terminan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Configuracion de Jobs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Patrones de Paralelismo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CronJobs: Tareas Programadas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ConcurrencyPolicy Explicada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Jobs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El Problema: Tareas que Terminan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Deployments/ReplicaSets: procesos que corren indefinidamente (servers)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Pero muchas tareas son finitas: migraciones, reportes, backups, ETL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Jobs: ejecutar una tarea hasta completarla exitosamente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 el Pod falla, el Job lo reintenta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CronJobs: programar Jobs recurrentes con expresiones cron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restartPolicy: Never o OnFailure (nunca Always en Jobs)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Configuracion de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completions: N (ejecutar N Pods exitosos)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parallelism: M (ejecutar M Pods en paralelo)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backoffLimit: X (reintentos antes de fallar)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Default: 1 completion, 1 parallelism, 6 backoff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Avanzado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activeDeadlineSeconds: timeout total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ttlSecondsAfterFinished: auto-limpieza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suspend: true para pausar ejecucion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completionMode: Indexed para trabajo distribuido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Patrones de Paralelismo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Secuencial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completions: 5, parallelism: 1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Ejecuta 5 Pods uno tras otro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Util cuando el orden importa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 cuando recursos son limitados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Paralelo Fijo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completions: 10, parallelism: 3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3 Pods corriendo simultaneamente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Hasta completar 10 en total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Balance entre velocidad y recursos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Work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completions: null, parallelism: 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Pods procesan una cola de trabajo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Cada Pod procesa items hasta que la cola vacia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Patron para procesamiento distribuido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CronJobs: Tareas Programadas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Formato cron: minuto hora dia-mes mes dia-semana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Ejemplo: '0 2 * * *' = cada dia a las 2:00 AM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Ejemplo: '*/15 * * * *' = cada 15 minutos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Ejemplo: '0 0 * * 0' = cada domingo a medianoche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CronJob crea Jobs automaticamente segun el schedule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concurrencyPolicy: Allow | Forbid | Replace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startingDeadlineSeconds: ventana para iniciar si se atrasa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successfulJobsHistoryLimit / failedJobsHistoryLimit: retener N jobs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ConcurrencyPolicy Explicada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Allow (Default)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Multiples Jobs pueden coexistir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Un nuevo Job se crea aunque el anterior corra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si las ejecuciones son independientes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Riesgo: acumulacion de Jobs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Forbid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 el anterior sigue corriendo, skip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Nunca hay 2 Jobs simultaneos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Ideal para tareas que no deben solaparse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sincronizacion de base de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Replace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Cancela el Job anterior y crea uno nuevo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Siempre corre la ejecucion mas reciente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Util para datos que se sobreescriben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Ej: generar reporte que reemplaza el anterior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Job nunca completa: backoffLimit alcanzado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 en CrashLoopBackOff: error en el script/comando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CronJob no se ejecuta: schedule incorrecto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Jobs acumulados: concurrencyPolicy Allow sin limites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Timeout: activeDeadlineSeconds excedido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jobs -&gt; estado de Jobs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job &lt;name&gt; -&gt; detalles y eventos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logs job/&lt;name&gt; -&gt; output del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cronjobs -&gt; proxima ejecucion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create job test --from=cronjob/&lt;name&gt; -&gt; test manual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Jobs Basicos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Jobs secuenciales y paralelos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CronJobs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Programar tareas recurrentes con cron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Patrones Avanzados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Work queues y manejo de errores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Troubleshooting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Jobs fallidos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Jobs y CronJobs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Ejecuta tarea hasta completarla (con reintentos)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CronJob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Programa Jobs recurrentes con expresion cron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Paralelismo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completions + parallelism controlan la ejecucion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Allow, Forbid, Replace para CronJobs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backoffLimit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Maximo de reintentos antes de marcar como Failed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ttlSecondsAfterFinished para auto-limpieza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20: Init Containers y Sidecar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Init Containers: preparar el entorno antes del contenedor principal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Sidecar Pattern: contenedores auxiliares junto al principal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Multi-container Pods: Ambassador, Adapter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