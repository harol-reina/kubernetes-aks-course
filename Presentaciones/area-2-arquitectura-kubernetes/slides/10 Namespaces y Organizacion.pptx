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14630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Namespaces 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Organizacion del Cluster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Azure AKS Profesional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 — Arquitectura Kubernetes  |  Duracion: 5 horas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por que necesitamos Namespaces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 los Namespaces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del Sistema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Namespaces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 y Kubeconfig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en Namespaces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100584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Namespaced vs Cluster-Scoped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160020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600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LimitRange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80560" y="278892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y Seguridad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80560" y="338328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Organizacion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3977640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3977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y Troubleshooting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Problema: Sin Organizacion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Imaginen un cluster compartido por 3 equipos sin ninguna separacion...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 de Nombres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frontend y backend crean un Deployment llamado 'app'. Quien gana?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Borrados Accidentales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6334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developer junior borra un Secret del equipo de datos. Produccion se cae.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Sin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5021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de data consume TODA la CPU del cluster. Las demas apps mueren.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23360"/>
            <a:ext cx="64008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developer puede ver y modificar cualquier recurso del cluster.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son los Namespaces?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Namespace es un mecanismo de particionamiento virtual del cluster que proporciona alcance de nombres, aislamiento logico y punto de aplicacion de politicas.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260604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Nombres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unicos dentro del namespace. Mismo nombre en namespaces diferentes = sin conflicto.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194560"/>
            <a:ext cx="260604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Logico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Separacion conceptual de recursos. Cada equipo/entorno en su propio espacio.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194560"/>
            <a:ext cx="260604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Politicas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ResourceQuotas, LimitRanges, NetworkPolicies, RBAC por namespace.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edificio de oficinas. Cada piso es un Namespace: tiene sus propias salas (recursos), su presupuesto de electricidad (ResourceQuota) y su propia llave de acceso (RBAC).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Hacen y Que NO Hacen los Namespaces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Organizar recursos (Pods, Services, Deployments)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Permitir cuotas de recursos (CPU, memoria)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Facilitar RBAC (permisos por namespace)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Scoping de DNS entre servicios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Habilitar multi-tenancy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Separar entornos (dev / staging / prod)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son barrera de seguridad completa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aislan la red automaticamente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separan nodos fisicamente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son clusters separados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reemplazan NetworkPolicies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garantizan aislamiento de CPU/memoria sin quotas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Namespaces del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namespaces que vienen por defecto en cada cluster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 Namespaces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predeterminado para objetos sin namespace explicito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234440"/>
            <a:ext cx="14630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en produccion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74520"/>
            <a:ext cx="64008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47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sistema: apiserver, scheduler, etcd, coredns, kube-proxy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14630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43200"/>
            <a:ext cx="64008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kube-public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publica del cluster. Legible sin autenticacion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971800"/>
            <a:ext cx="1463040" cy="2926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usado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611880"/>
            <a:ext cx="64008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kube-node-lease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Lease para heartbeat de nodos. Deteccion de fallos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3840480"/>
            <a:ext cx="14630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3840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411480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4617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namespaces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ns --show-labels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Usar Namespaces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Multiples equipos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team-frontend, team-backend, team-data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Multiples entornos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development, staging, production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Multiples proyectos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project-alpha, project-beta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tenant-companyA, tenant-companyB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Separacion de ciclo de vida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ci-cd, monitoring, logging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80467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355848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usar Namespaces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Versiones de una app  →  Usar Labels (version: v1, version: v2)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Clusters pequenos con &lt;10 recursos  →  Innecesario, sobre-ingenieria</a:t>
            </a:r>
            <a:endParaRPr lang="en-US" sz="1200" dirty="0"/>
          </a:p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Recursos muy relacionados  →  Usar Labels y Selectors en su lugar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 Namespaces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listar, describir, eliminar y trabajar con namespaces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Namespaces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 (rapido)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42900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namespace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ns staging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examen CKA/CKAD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64008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 (GitOps)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83480" y="1417320"/>
            <a:ext cx="342900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5087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Namespace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prod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team: 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80467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Listar, Describir y Eliminar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50292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611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namespaces             # Listar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ns --show-labels       # Con labels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ns production     # Detalle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ns development      # Eliminar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!! BORRA TODOS los recursos dentro !!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2377440" cy="11430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3611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un namespace elimina TODOS los recursos dentro de el. No hay vuelta atras.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Trabajar en un Namespace Especifico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1: Flag -n por comando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74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00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all -n 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 app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--image=nginx -n staging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pero repetitivo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2: Cambiar namespace por defecto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508760"/>
            <a:ext cx="3474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600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set-context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--current --namespace=development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 # Ya muestra dev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Comodo pero puede confundir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41732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que namespace estamos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0292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namespace actual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view --minify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grep namespace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namespace: development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verifiquen antes de crear recursos.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error clasico: "mis Pods desaparecieron".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desaparecieron, estan en otro namespace.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Contextos y Kubeconfig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 =  Cluster  +  User  +  Namespace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~/.kube/config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URL del API server + certificados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Credenciales de autenticacion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Combinacion cluster/user/namespace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current-context: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Contexto activo actualmente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38404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Contexto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331720"/>
            <a:ext cx="3474720" cy="2240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242316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contextos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Contexto actual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current-context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Cambiar contexto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dev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Herramientas rapidas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kubectx          # listar/cambiar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kubens development  # cambiar 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en Namespaces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los Services se descubren entre namespaces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 de DNS en Namespaces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&lt;service&gt;.&lt;namespace&gt;.svc.cluster.local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Namespace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4747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Desde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http://database       #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http://database.development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Nombre corto funciona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funciona dentro del mismo namespace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20240"/>
            <a:ext cx="384048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Namespace (Cross-NS)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423160"/>
            <a:ext cx="34747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Desde production →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http://database       # FALLA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http://database.development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Necesita namespace en el DNS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FQDN o al menos service.namespace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CKA/CKAD: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Memorizar el patron:  servicio.namespace.svc.cluster.local  — aparece frecuentemente en preguntas de networking.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de Resolucion DNS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3474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Hacia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Usado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database.development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database.development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cualquiera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database.development.svc.cluster.local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Simple: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namespace  →  nombre corto (database)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namespace   →  service.namespace (database.development)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seguro   →  FQDN (database.development.svc.cluster.local)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Namespaced vs Cluster-Scoped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(dentro del namespace)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CronJobs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Cluster-Scoped (globales)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ClusterRoleBindings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api-resources --namespaced=true      # Listar recursos namespaced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api-resources --namespaced=false     # Listar recursos cluster-scoped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ResourceQuota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consumo agregado de recursos por namespace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ResourceQuota: Proposito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consumo AGREGADO de recursos en un namespace. Es el "presupuesto" del namespace.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26060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y Memoria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requests.cpu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limits.cpu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limits.memory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874520"/>
            <a:ext cx="26060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892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StorageClass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74520"/>
            <a:ext cx="26060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92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recursos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ResourceQuota: Ejemplo YAML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45720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ResourceQuota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compute-quota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requests.cpu: "4"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requests.memory: 8Gi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limits.cpu: "8"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limits.memory: 16Gi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pods: "10"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services: "5"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persistentvolumeclaims: "4"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200400" cy="320040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09728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requests.cpu: "4"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CPU solicitado por todos los Pods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limits.memory: 16Gi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maximo de memoria para el namespace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pods: "10"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10 Pods en este namespace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 "5"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5 Services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resourcequota compute-quota -n development    # Ver uso vs limite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ResourceQuota: Regla Critica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CRITICA
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namespace tiene ResourceQuota, TODOS los Pods deben especificar resources.requests y resources.limits. Si no lo hacen, la creacion del Pod FALLA.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64008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resources: FALLA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34290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889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   # Sin resources!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64008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resources: FUNCIONA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2697480"/>
            <a:ext cx="34290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27889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cpu: "100m"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"128Mi"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cpu: "200m"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"256Mi"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55371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LimitRange para asignar defaults automaticamente. Asi no hay que especificar resources en cada Pod.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LimitRange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defaults y rangos para recursos individuales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LimitRange vs ResourceQuota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ResourceQuota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completo (agregado)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Pod / Contenedor / PVC (individual)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controla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CPU, memoria, storage, objetos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Min, max y defaults por recurso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asigna defaults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asigna defaults automaticos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total del departamento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salarial por empleado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66160"/>
            <a:ext cx="3840480" cy="123444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6118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namespace puede usar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8 CPU y 16Gi"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3566160"/>
            <a:ext cx="3840480" cy="123444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36118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LimitRange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contenedor puede usar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50m-1 CPU y 64Mi-2Gi"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LimitRange: Ejemplo YAML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48463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LimitRange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compute-limits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cpu: "1"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memory: "2Gi"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cpu: "10m"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memory: "16Mi"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         # Limits si no especifican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cpu: "500m"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memory: "512Mi"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defaultRequest:   # Requests si no especifican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cpu: "100m"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memory: "128Mi"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29260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463040"/>
            <a:ext cx="265176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1463040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Pods que excedan max o esten bajo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560320"/>
            <a:ext cx="265176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2560320"/>
            <a:ext cx="54864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values si el Pod no especifica resources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3657600"/>
            <a:ext cx="265176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365760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al crear el Pod (no retroactivo)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Niveles de Aislamiento y Seguridad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24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350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Separacion de nombres de recursos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7589520" cy="658368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4884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ResourceQuota + LimitRange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CPU, memoria y 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505456"/>
            <a:ext cx="7132320" cy="658368"/>
          </a:xfrm>
          <a:prstGeom prst="rect">
            <a:avLst/>
          </a:prstGeom>
          <a:solidFill>
            <a:srgbClr val="15385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2523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NetworkPolicies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 de trafico entre Pods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255264"/>
            <a:ext cx="6675120" cy="658368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060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584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usuario/grupo por namespace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namespace sin NetworkPolicies permite trafico de cualquier Pod del cluster. Namespaces solos NO son suficientes para aislamiento real de red.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de Organizacion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estructurar namespaces en el cluster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645920" cy="36576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 1: Por Entorno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260604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2 cores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Mem: 4Gi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260604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508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4 cores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Mem: 8Gi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6060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508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10 cores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Mem: 20Gi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840480" cy="15544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Separacion clara dev / staging / prod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 promocion de recursos entre entornos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diferentes por entorno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840480" cy="15544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Duplicacion de manifiestos YAML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equipos comparten namespace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menos granular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 2: Por Equipo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260604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webapp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webapp-svc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Ingress: public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508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api-svc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db-creds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60604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24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508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StatefulSet: postgres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postgres-svc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 data-vol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840480" cy="13258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por equipo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claro y granular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ResourceQuotas por equipo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840480" cy="13258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 cross-namespace compleja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mezclados en un namespace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largo para cross-team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3-8 equipos con namespace compartido de infraestructura (monitoring, ingress-nginx, logging)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 Recomendado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equipos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Entorno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suficiente separacion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 equipos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Equipo + infra compartida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Autonomia por equipo, RBAC claro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 equipos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Hibrido (equipo + entorno)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 maxima,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(SaaS)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 completo por 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(PCI/SOC2)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Hibrido obligatorio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Auditoria, segregacion regulatoria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Hibrido (recomendado para organizaciones medianas/grandes):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4297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frontend-dev  |  frontend-staging  |  frontend-prod     # Por equipo + entorno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backend-dev   |  backend-staging   |  backend-prod      # Aislamiento total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namespaces para organizacion logica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ResourceQuotas en TODOS los ns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LimitRanges para defaults automaticos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consistentes (team, environment, app)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estructura de namespaces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para aislamiento de red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namespace con minimo privilegio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'default' para produccion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namespace por microservicio (proliferacion)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NetworkPolicies para aislamiento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entornos en un namespace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sin ResourceQuota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recursos en kube-system</a:t>
            </a:r>
            <a:endParaRPr lang="en-US" sz="1100" dirty="0"/>
          </a:p>
          <a:p>
            <a:pPr marL="342900" indent="-342900">
              <a:buSzPct val="100000"/>
              <a:buChar char="✗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namespaces sin verificar contenido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 Comun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no se crean (ResourceQuota excedida)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exceeded quota: compute-quota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051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ns &lt;ns&gt;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resourcequota -n &lt;ns&gt;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93392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93392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39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fallan (LimitRange violado)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value: must be less than max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039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limitrange -n &lt;ns&gt;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Ajustar resources del Pod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980944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26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no resuelve cross-namespace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http://database falla desde otro 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0266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 FQDN: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database.development.svc.cluster.local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68496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permisos denegados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288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cannot list pods in namespace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0142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list pods -n &lt;ns&gt;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 Role + RoleBinding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Laboratorios Practicos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43000"/>
            <a:ext cx="10058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Basico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 min  |  Basico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5727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Crear/gestionar namespaces, contextos, DNS cross-namespace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148840"/>
            <a:ext cx="10058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 y LimitRange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45-50 min  |  Intermedio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578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quotas, limits, probar limites, monitorear uso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y Aislamiento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50-60 min  |  Avanzado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584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multi-tenant, RBAC, NetworkPolicies, auditoria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160520"/>
            <a:ext cx="10058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Resumen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Completo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 |  Integral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4590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conceptos en un laboratorio guiado de Minikube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Esenciales —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931920" cy="3794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3657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NAMESPACES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ns &lt;name&gt;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ns &lt;name&gt;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ns &lt;name&gt;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CONTEXTOS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current-context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set-context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--current --namespace=&lt;ns&gt;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RECURSOS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all -n &lt;ns&gt;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--all-namespaces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api-resources --namespaced=true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794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97280"/>
            <a:ext cx="3657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RESOURCEQUOTA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resourcequota -n &lt;ns&gt;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resourcequota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 -n &lt;ns&gt;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LIMITRANGE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limitrange -n &lt;ns&gt;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limitrange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 -n &lt;ns&gt;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TROUBLESHOOTING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-n &lt;ns&gt;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--sort-by='.lastTimestamp'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&lt;verb&gt;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&lt;resource&gt; -n &lt;ns&gt; --as=&lt;user&gt;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Modulo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49808"/>
            <a:ext cx="12801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0515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virtuales para organizar, aislar y aplicar politicas al cluster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64208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099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70992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servicio.namespace.svc.cluster.local para acceso cross-namespace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22576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22576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68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36829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consumo AGREGADO por namespace (CPU, memoria, objetos)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80944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266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LimitRange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302666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defaults y rangos INDIVIDUALES por contenedor/Pod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39312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685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368503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niveles: logico, recursos, red (NetworkPolicy), acceso (RBAC)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297680"/>
            <a:ext cx="5486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43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34640" y="434340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entorno, por equipo, multi-tenant, hibrido segun la organizacion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 CKA/CKAD: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Namespaces, ResourceQuota, LimitRange y DNS cross-namespace son temas frecuentes. Practicar sin documentacion.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Modulo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Modulo 11: Resource Limits en Pods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y Limits: minimo garantizado vs maximo permitido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Classes: Guaranteed, Burstable, BestEffort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OOMKilled: que pasa cuando un Pod excede su limite de memoria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top: monitorear consumo real de recursos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Storage: limitar almacenamiento temporal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10: Namespaces y Organización del Cluster</dc:title>
  <dc:subject>PptxGenJS Presentation</dc:subject>
  <dc:creator>Kubernetes AKS Profesional</dc:creator>
  <cp:lastModifiedBy>Kubernetes AKS Profesional</cp:lastModifiedBy>
  <cp:revision>1</cp:revision>
  <dcterms:created xsi:type="dcterms:W3CDTF">2026-03-03T00:19:45Z</dcterms:created>
  <dcterms:modified xsi:type="dcterms:W3CDTF">2026-03-03T00:19:45Z</dcterms:modified>
</cp:coreProperties>
</file>