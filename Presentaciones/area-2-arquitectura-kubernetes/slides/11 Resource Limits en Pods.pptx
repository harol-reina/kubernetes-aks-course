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 Limits en Pods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CPU, Memoria y Almacenamiento Efimero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tus cargas de trabajo Kubernetes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640080" cy="6400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194560"/>
            <a:ext cx="640080" cy="6400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017520"/>
            <a:ext cx="640080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Kubernetes + Azure AKS Profesional  |  Area 2: Arquitectura Kubernetes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del Modulo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Recursos Sin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necesitamos limites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vs Limits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minima vs techo maximo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221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y Unidades de Recursos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(millicores), Memoria (Mi/Gi), 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724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QoS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Guaranteed, Burstable, BestEffort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227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YAML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configuracion en la practica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Troubleshooting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3931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top, OOMKilled, CPU throttling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233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de Produccion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Right-sizing, LimitRange, ResourceQuota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234440"/>
            <a:ext cx="21031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Clave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583680" y="20756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QoS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58368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Recurso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583680" y="3355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YAML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583680" y="3995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Practicos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Problema: Recursos Sin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Limites de Recursos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Pod con memory leak consume toda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del nodo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OOMKiller termina procesos criticos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otros Pods en el mismo nodo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cascada: caen servicios 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relacion con el Pod culpable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downtime no planificado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Requests y Limits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Pod declara recursos minimos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(request) y maximos (limit)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coloca Pods solo donde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capacidad suficiente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enforces limites: CPU throttling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OOMKill solo al Pod que excede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estabilidad predecible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Requests vs Limits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3383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minima de recursos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286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Pod necesita para funcionar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usa esto para decidir 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nodo colocar el Pod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Pod PUEDE usar mas si hay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se traduce a cgroups cpu.shares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determina prioridad en eviction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73152" cy="3383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1206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maximo permitido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20640" y="2286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maximo que el Pod puede consumir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real por el kernel Linux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(cgroups v2)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throttling (se ralentiza)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mata el proceso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OOMKilled (exit code 137)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termina el proceso inmediatamente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Configuracion YAML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4572000" cy="3566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00" cy="3200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pod-resources.yaml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mi-app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nginx:1.25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requests: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cpu: "250m"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memory: "128Mi"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limits: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cpu: "500m"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memory: "256Mi"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0175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18872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minima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decision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exceder si hay espacio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834640"/>
            <a:ext cx="30175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8346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maximo absoluto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enforcement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throttle | Mem: OOMKill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Recursos y Unidades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Compresible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 = 1000m (millicores)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= 0.25 CPU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throttle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mata el proceso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Memoria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3756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Incompresible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Binario: Ki, Mi, Gi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128Mi = 134,217,728 bytes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comprimir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(exit 137)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118872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0" y="118872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Ephemeral Storage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94360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temporal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2648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emptyDir, logs, /tmp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unidades que mem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si se excede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sizeLimit en emptyDir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Clases de Quality of Service (QoS)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asigna automaticamente una clase QoS segun la configuracion de requests/limits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GUARANTEED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prioridad de eviction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= limits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los containers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 estabilidad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reservados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 en ser eliminado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BURSTABLE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 de eviction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&lt; limits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solo algunos containers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con burst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balance costo/perf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mas comun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37160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BESTEFFORT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prioridad de eviction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requests ni limits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ningun container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garantia de recursos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en ser eliminado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dev/testing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Combinaciones de Request y Limit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25603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=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fijos, sin burst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&lt;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con burst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usar todo (peligroso)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256Mi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copia limit a 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garantias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38404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8404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Recomendacion: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request &lt; limit (Burstable) para la mayoria de cargas. Reserva Guaranteed para servicios criticos que requieren estabilidad absoluta.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Scheduler y Enforcement del Kernel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Scheduler (Requests)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nodos con capacidad suficiente (Filtering)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 nodos disponibles por balance de carga (Scoring)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Pod al mejor nodo (Binding)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nodos: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queda en estado Pending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Enforcement (Limits)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excede limit: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via cgroups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se ralentiza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crash ni restart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excede limit: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inmediatamente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137 (128 + SIGKILL)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 reinicia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CrashLoopBackOff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 de Recursos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02920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Comandos Esenciales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uso de recursos por nodo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nodes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uso de recursos por pod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pods -n &lt;ns&gt;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requests/limits configurados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&lt;name&gt;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eventos de OOMKilled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--field-selector\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reason=OOMKilling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Ordenar pods por uso de memoria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pods --sort-by=memory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109728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288036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Metricas Clave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vs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vs limit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periods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events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 count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Troubleshooting: OOMKilled y CPU Throttling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OOMKilled (Exit 137)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restarts frecuentes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en describe pod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 eventual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&lt;name&gt;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memory limit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memory leaks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uso de memoria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6576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Throttling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lentas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intermitentes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CPU usage en metricas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 pod &lt;name&gt;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container_cpu_cfs_throttled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CPU limit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algoritmos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HPA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LimitRange y ResourceQuota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LimitRange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por defecto y por Pod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por namespace: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valores si no se especifican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minimo permitido por container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maximo permitido por container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defaultRequest: request por defecto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maxLimitRequestRatio: ratio max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Pod no declara resources, se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 los defaults automaticamente.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ResourceQuota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totales por Namespace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9202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por namespace: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total (requests + limits)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total (requests + limits)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maximo de Pods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 Services, Secrets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(PVC claims)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que un equipo consuma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recursos del cluster.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de Produccion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definir requests y limits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LimitRange como safety net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con kubectl top y Prometheus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Right-sizing: ajustar basado en metricas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Guaranteed para servicios criticos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ResourceQuota por namespace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HPA para cargas variables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65760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EVITAR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sin resources definidos (BestEffort)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muy bajos (CrashLoopBackOff)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= Limit para todo (over-provisioning)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metricas de uso real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requests de otros sin analizar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Overcommit extremo en produccion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unidades decimales (MB vs Mi)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del Modulo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minima, scheduler decision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maximo, kernel enforcement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4864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Classes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&gt; Burstable &gt; BestEffort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compresible, throttling (no crash)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incompresible, OOMKilled (exit 137)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54864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 + Prometheus + metricas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3774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Certificacion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en Pod spec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QoS, Quotas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Specialty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11: Resource Limits en Pods  |  Curso Kubernetes + Azure AKS Profesional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11: Resource Limits en Pods</dc:title>
  <dc:subject>PptxGenJS Presentation</dc:subject>
  <dc:creator>Curso Kubernetes + AKS</dc:creator>
  <cp:lastModifiedBy>Curso Kubernetes + AKS</cp:lastModifiedBy>
  <cp:revision>1</cp:revision>
  <dcterms:created xsi:type="dcterms:W3CDTF">2026-03-03T00:09:58Z</dcterms:created>
  <dcterms:modified xsi:type="dcterms:W3CDTF">2026-03-03T00:09:58Z</dcterms:modified>
</cp:coreProperties>
</file>