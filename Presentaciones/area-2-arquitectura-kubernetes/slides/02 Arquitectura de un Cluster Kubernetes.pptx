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Arquitectura de un Cluster 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Control Plane, Worker Nodes y flujo de comunicacion interna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Arquitectura General del Cluster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Componentes del Control Plane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Componentes del Worker Node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Flujo: kubectl apply -f deployment.yaml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Estados y Condiciones de Nodos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Arquitecturas de Despliegue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Arquitectura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Arquitectura General del Cluster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Un cluster Kubernetes tiene dos capas: Control Plane y Worker Nodes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Control Plane = cerebro del cluster (decisiones y estado)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Worker Nodes = musculos del cluster (ejecutan los contenedores)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Toda comunicacion pasa por el API Server (punto central)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etcd almacena TODO el estado del cluster de forma persistente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Arquitectura declarativa: describes el estado deseado, K8s lo mantiene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Componentes del Control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Punto de entrada unico al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REST API que valida y procesa requests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Autenticacion, autorizacion, admission control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se comunica directamente con 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etcd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Base de datos clave-valor distribuida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Almacena todo el estado del cluster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Solo el API Server escribe en etcd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Critico: si etcd se pierde, el cluster se pierde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Scheduler + 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Scheduler: asigna Pods a Nodes (scoring)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Controller Manager: reconciliation loops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Detecta diferencias entre estado actual vs deseado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Replication, Node, Endpoint controllers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Componentes del Worker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kubelet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Agente principal en cada nodo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Recibe PodSpecs del API Server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Gestiona el ciclo de vida de contenedores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Reporta estado del nodo y sus Pods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kube-proxy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Mantiene reglas de red en cada nodo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Implementa Services (ClusterIP, NodePort)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Modos: iptables (default) o IPVS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Permite comunicacion Pod-to-Service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Container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Ejecuta los contenedores (containerd, CRI-O)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 comunica via CRI (Container Runtime Interface)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Docker fue deprecado en v1.24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containerd es el runtime mas usado hoy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Flujo: kubectl apply -f deployment.yaml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1. kubectl envia el manifiesto al API Server (HTTPS)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2. API Server valida, autentica y ejecuta admission controllers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3. El objeto se persiste en etcd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4. Deployment Controller detecta nuevo Deployment, crea ReplicaSet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5. ReplicaSet Controller detecta replicas faltantes, crea Pods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6. Scheduler asigna cada Pod a un Node (resources, affinity, taints)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7. kubelet del nodo asignado descarga imagen y arranca contenedor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8. kube-proxy configura reglas de red para el Service asociado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Estados y Condiciones de Nodos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Node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Ready: el nodo acepta Pods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MemoryPressure: memoria insuficiente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DiskPressure: disco lleno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PIDPressure: demasiados procesos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NetworkUnavailable: red no configurada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Pod Phases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Pending: esperando scheduling o imagen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Running: al menos un contenedor activo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Succeeded: todos terminaron exitosamente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Failed: al menos uno fallo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Unknown: no se puede obtener estado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Arquitecturas de Despliegue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Single Node (Dev)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Minikube, kind, k3s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Control Plane + Worker en uno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Ideal para desarrollo y pruebas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Multi-Node (Staging)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1 master + N workers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Separacion de responsabilidades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Sin alta disponibilidad del 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HA (Produccion)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3+ masters con etcd distribuido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Load balancer frente al API Server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Tolerancia a fallo de nodos master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Troubleshooting de Arquitectura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cluster-info  -&gt;  verificar que API Server responde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get nodes  -&gt;  verificar estado de todos los nodos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get componentstatuses  -&gt;  estado de componentes del CP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describe node &lt;name&gt;  -&gt;  condiciones y capacidad del nodo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journalctl -u kubelet  -&gt;  logs del kubelet en el nodo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crictl ps  -&gt;  contenedores corriendo en el nodo via CRI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Explorar 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Identificar y explorar todos los componentes del cluster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Flujo de un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Trazar el camino completo de kubectl apply a Pod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Simular Fallos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Simular caida de componentes y observar recuperacion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Lab Resumen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60 min | Intermedio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Laboratorio integrador de arquitectura completa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Arquitectura de un Cluster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Server + etcd + Scheduler + Controller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Worker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kubelet + kube-proxy + Container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Punto central de toda comunicacion del cluster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etcd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Base de datos del estado - backup es critico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Controllers mantienen estado deseado vs actual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3+ masters con etcd distribuido para produccion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03: Instalacion de Minikube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Instalar un cluster local con Minikube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Verificar componentes del cluster en la practica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Primeros comandos kubectl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