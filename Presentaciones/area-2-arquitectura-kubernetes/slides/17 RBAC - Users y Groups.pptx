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46304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MODULO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rial Black"/>
              </a:defRPr>
            </a:pPr>
            <a:r>
              <a:t>RBAC - Users y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Control de acceso basado en roles para usuarios humanos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768096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Kubernetes + Azure AKS  |  Area 2: Arquitectura 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 Black"/>
              </a:defRPr>
            </a:pPr>
            <a:r>
              <a:t>Contenido del Modulo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Que es RBAC y por que lo necesitamos?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Arquitectura RBAC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Roles: Reglas y Verbos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743199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43199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Creacion de Usuarios con Certificados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Configuracion de kubectl para Usuarios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Grupos y Organizacion</a:t>
            </a:r>
          </a:p>
        </p:txBody>
      </p:sp>
      <p:sp>
        <p:nvSpPr>
          <p:cNvPr id="16" name="Oval 15"/>
          <p:cNvSpPr/>
          <p:nvPr/>
        </p:nvSpPr>
        <p:spPr>
          <a:xfrm>
            <a:off x="475488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Troubleshooting RBAC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Que es RBAC y por que lo necesitamos?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RBAC = Role-Based Access Control (control de acceso basado en roles)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Principio de minimo privilegio: solo lo necesario, nada mas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Sin RBAC: todos tienen acceso total al cluster (peligroso)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Con RBAC: cada usuario/servicio solo puede hacer lo que necesita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Habilitado por defecto desde K8s 1.6 (--authorization-mode=RBAC)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4 objetos clave: Role, ClusterRole, RoleBinding, ClusterRoleBinding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Arquitectura RBAC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Roles (Namespace)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Role: define permisos en un namespace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Lista de rules con apiGroups, resources, verbs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Verbs: get, list, watch, create, update, delete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Ejemplo: leer Pods en namespace 'dev'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ClusterRoles (Cluster)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Permisos a nivel de todo el cluster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Recursos no-namespaced (nodes, PVs)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Tambien puede usarse en un namespace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Roles pre-definidos: admin, edit, 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Bindings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RoleBinding: conecta Role con subjects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ClusterRoleBinding: a nivel de cluster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Subjects: User, Group, ServiceAccount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Un binding NO otorga permisos, los conecta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Roles: Reglas y Verbos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apiGroups: [''] = core API (pods, services), ['apps'] = deployments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resources: ['pods', 'services', 'deployments', 'configmaps']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verbs: ['get', 'list', 'watch'] = solo lectura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verbs: ['create', 'update', 'patch', 'delete'] = escritura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verbs: ['*'] = todos los permisos (peligroso)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resourceNames: limitar a recursos especificos por nombre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Multiples rules en un solo Role para permisos granulares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Creacion de Usuarios con Certificados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7680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Kubernetes NO gestiona usuarios internamente (sin user database)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Metodo principal: certificados X.509 firmados por la CA del cluster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1. Generar key privada: openssl genrsa -out user.key 2048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2. Crear CSR: openssl req -new -key user.key -subj '/CN=ana/O=devs'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3. Aprobar CSR en K8s: kubectl certificate approve &lt;csr&gt;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4. CN (Common Name) = username, O (Organization) = groups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5. Configurar kubeconfig con certificado + key del usuario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Configuracion de kubectl para Usuarios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kubectl config set-credentials ana --client-certificate=ana.crt --client-key=ana.key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kubectl config set-context ana-context --cluster=minikube --user=ana --namespace=dev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kubectl config use-context ana-context  -&gt;  cambiar al contexto del usuario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kubectl auth can-i get pods  -&gt;  verificar permisos del usuario actual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kubectl auth can-i get pods --as=ana  -&gt;  verificar permisos de otro usuario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kubectl auth can-i --list  -&gt;  listar todos los permisos del usuario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Grupos y Organizacion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7680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Groups se definen en el certificado: O=developers, O=ops-team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Un usuario puede pertenecer a multiples grupos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RoleBinding puede referenciar un Group como subject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Patron comun: ClusterRole 'view' + RoleBinding para grupo 'developers'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Grupos predefinidos: system:masters (admin total), system:authenticated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Organizar por equipo: platform-team, backend-devs, data-engineers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RBAC + Groups = gestion escalable de permisos para muchos usuarios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Troubleshooting RBAC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Errores Comunes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Forbidden: usuario sin permisos para la accion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RoleBinding en namespace incorrecto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ClusterRole con RoleBinding = solo ese namespace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Typo en apiGroup o resource name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Diagnostico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kubectl auth can-i &lt;verb&gt; &lt;resource&gt; --as=&lt;user&gt;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kubectl get roles,rolebindings -n &lt;ns&gt;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kubectl describe rolebinding &lt;name&gt;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kubectl auth reconcile -f rbac.yaml --dry-run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Laboratorios Practicos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Roles y RoleBindings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Basico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258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Crear roles con permisos granulares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Usuarios con Certificados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45 min | Intermedio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286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Crear usuarios y configurar kubeconfig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2801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Grupos y Organizacion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461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Gestionar permisos por grupo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rial Black"/>
              </a:defRPr>
            </a:pPr>
            <a:r>
              <a:t>Resumen: RBAC - Users y Groups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RBAC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005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4 objetos: Role, ClusterRole, RoleBinding, ClusterRoleBinding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Permisos en un namespace con rules (verbs + resources)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ClusterRole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Permisos a nivel cluster o reutilizables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Usuarios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Certificados X.509: CN=username, O=groups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54864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kubectl 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can-i para verificar permisos rapidamente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977639"/>
            <a:ext cx="54864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776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Grupos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9776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Organizacion escalable de permisos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D3EE"/>
                </a:solidFill>
                <a:latin typeface="Calibri"/>
              </a:defRPr>
            </a:pPr>
            <a:r>
              <a:t>Siguiente Modulo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rial Black"/>
              </a:defRPr>
            </a:pPr>
            <a:r>
              <a:t>Modulo 18: RBAC - ServiceAccounts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ServiceAccounts: identidad para Pods y procesos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Tokens y autenticacion programatica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Permisos para aplicaciones dentro del cluster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