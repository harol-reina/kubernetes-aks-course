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RBAC - ServiceAccounts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Identidad y permisos para aplicaciones que corren en el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ServiceAccounts vs Usuarios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Anatomia de un ServiceAccount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Tokens y Autenticacion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Asignacion de Permisos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Casos de Uso Practicos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ServiceAccounts vs Usuarios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Usuarios (Humanos)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Gestionados externamente (certificados, OIDC)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Usan kubectl o dashboards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CN y O en certificados X.509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No existen como objetos en K8s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Permisos interactivos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ServiceAccounts (Programaticos)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Objetos nativos de Kubernetes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Identidad para Pods/procesos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Tokens JWT automaticos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Namespace-scoped (per-namespace)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Permisos automatizados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Anatomia de un ServiceAccount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Cada namespace tiene un 'default' ServiceAccount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Los Pods usan el SA 'default' si no se especifica otro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Desde K8s 1.24: tokens son proyectados (bound, con expiracion)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El token se monta en /var/run/secrets/kubernetes.io/serviceaccount/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Archivos montados: token (JWT), ca.crt (CA del cluster), namespace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create serviceaccount mi-sa -n mi-namespace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Tokens y Autenticacion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Projected Tokens (1.24+)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Bound al Pod (no reutilizables)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Expiracion automatica (1h default)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Audience-bound (API Server)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Recomendado: automountServiceAccountToken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Long-Lived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Secret tipo kubernetes.io/service-account-token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NO expiran (menos seguro)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Para sistemas externos que necesitan acceso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Crear manualmente con annotation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Asignacion de Permisos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Crear ServiceAccount: kubectl create sa app-reader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Crear Role con los permisos necesarios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Crear RoleBinding conectando SA al Role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Asignar SA al Pod: spec.serviceAccountName: app-reader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Principio: crear un SA dedicado por aplicacion/funcion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Nunca usar el SA 'default' con permisos adicionales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automountServiceAccountToken: false si el Pod no necesita acceso al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Casos de Uso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SA con permisos de deploy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Crear/actualizar Deployments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Leer ConfigMaps y Secrets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Solo en namespace de 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SA con permisos de lectura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ClusterRole para leer metricas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Pods, Nodes, Deployments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Read-only en todo el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Custom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SA con permisos especificos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Watch/list recursos custom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Update status de CRDs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Principio de minimo privilegio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Best Practices y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SA dedicado por aplicacion/rol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automountServiceAccountToken: false por default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projected tokens (bound, con expiracion)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RBAC minimo necesario para cada SA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Auditar SAs con permisos elevados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Reutilizar el SA 'default' para apps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Long-lived tokens sin necesidad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ClusterRoleBinding para SAs que no lo necesitan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Compartir SAs entre aplicaciones distintas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SA con verbs: ['*'] en todos los recursos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ServiceAccounts Basicos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SAs y asignar a Pods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Tokens y Autenticacion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Explorar projected tokens y long-lived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RBAC para Aplicaciones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permisos completos para una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RBAC - ServiceAccounts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ServiceAccount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Identidad para Pods y procesos en K8s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Projected (bound, expiran) vs Long-lived (no expiran)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default 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Existe en cada namespace; no agregar permisos extra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Patron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SA dedicado por app con permisos minimos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automount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Desactivar si el Pod no necesita acceso al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19: Jobs y CronJobs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Workloads de ejecucion finita (batch processing)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Jobs: ejecucion unica con garantia de completitud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CronJobs: ejecucion programada con expresiones cron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