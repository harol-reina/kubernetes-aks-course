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ReplicaSets y Escalado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Garantizando disponibilidad con replicas y auto-recuperacion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El Problema: Pods Individuales son Fragiles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Anatomia de un ReplicaSet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Selectors: Como el RS Encuentra sus Pods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43199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19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Escalado Horizontal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Self-Healing: Auto-recuperacion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Limitaciones Criticas de ReplicaSets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Best Practices de ReplicaSets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El Problema: Pods Individuales son Fragiles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Si un Pod muere, nadie lo reemplaza automaticamente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delete pod nginx -&gt; el Pod desaparece permanentemente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En produccion necesitas: disponibilidad continua, tolerancia a fallos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Solucion: ReplicaSet = controlador que GARANTIZA N replicas corriendo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Define 'quiero 3 replicas' -&gt; K8s asegura que siempre haya exactamente 3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Self-healing: si un Pod muere, el ReplicaSet crea uno nuevo inmediatamente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Anatomia de un ReplicaSet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apiVersion: apps/v1  (grupo apps, no core)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kind: ReplicaSet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spec.replicas: numero deseado de Pods identicos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spec.selector: matchLabels que identifican los Pods gestionados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spec.template: plantilla del Pod (metadata + spec del contenedor)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REGLA CRITICA: selector.matchLabels debe coincidir con template.metadata.labels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Si no coinciden: el RS crea Pods pero NO los reconoce como suyos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Selectors: Como el RS Encuentra sus Pods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matchLabels (Simple)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Coincidencia exacta clave=valor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Multiples labels = AND logico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app: nginx AND tier: frontend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Todos deben coincidir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matchExpressions (Avanzado)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Operadores: In, NotIn, Exists, DoesNotExist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tier In [frontend, backend]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environment NotIn [test]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Mas flexible que matchLabels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RS marca Pods con ownerReference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get pods -o yaml -&gt; ownerReferences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Un Pod solo puede tener un owner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Si creas Pod con labels iguales, RS lo adopta!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Escalado Horizontal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Declarativo (Recomendado)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Editar replicas en el YAML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apply -f rs.yaml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Versionable en Git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Reproducible y auditable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Ideal para produccion y CI/CD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Imperativo (Rapido)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scale rs nginx --replicas=5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Efecto inmediato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 modifica el archivo YAML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Siguiente apply sobreescribe el cambio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Util para debugging y emergencias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Self-Healing: Auto-recuperacion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El RS ejecuta un reconciliation loop continuo: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1. Observar: cuantos Pods con mis labels existen?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2. Comparar: pods actuales vs spec.replicas deseados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3. Actuar: crear Pods faltantes o eliminar sobrantes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Deteccion de fallo: ~1-2 segundos desde que el Pod muere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Recuperacion completa: ~2-5 segundos para un nuevo Pod running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Funciona ante: Pod eliminado, nodo caido, OOMKilled, error de app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NO reprograma en el mismo nodo: el Scheduler elige el mejor nodo disponible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Limitaciones Criticas de ReplicaSets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No Actualiza Pods Existentes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Cambiar imagen en el YAML NO actualiza Pods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Pods viejos siguen con la imagen anterior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Solo nuevos Pods usan la nueva imagen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Workaround: borrar Pods manualmente (downtime!)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Sin Rolling Updates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 puede reemplazar Pods gradualmente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Borrar todos = downtime total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Borrar uno por uno = proceso manual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Sin control de velocidad de actualizacion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Sin Historial de Versiones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 guarda versiones anteriores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Imposible hacer rollback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 hay registro de que cambio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Solucion: usar Deployments!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Best Practices de ReplicaSets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Usar Deployments en vez de RS directamente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Labels descriptivos: app, tier, environment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Selectors especificos (evitar adopcion accidental)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Definir resources requests/limits en template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Probes: liveness y readiness en cada contenedor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EVITAR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Crear Pods sueltos (sin RS ni Deployment)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Selectors demasiado genericos (app: nginx)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Escalar imperativamente en produccion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Olvidar readiness probes (trafico a pods no listos)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Pods sin resource limits (compiten por recursos)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Crear ReplicaSets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Crear RS, verificar replicas y labels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Auto-recuperacion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Simular fallos y observar self-healing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Ownership y Limitaciones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Explorar adopcion y limites de actualizacion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ReplicaSets y Escalado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ReplicaSet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Controlador que garantiza N replicas de un Pod corriendo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Self-Healing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Detecta fallos en ~1-2s, recupera en ~2-5s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Selectors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matchLabels (simple) y matchExpressions (avanzado)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Escalado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Declarativo (YAML) o imperativo (kubectl scale)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Limitacion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 actualiza Pods existentes al cambiar la imagen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77639"/>
            <a:ext cx="54864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Solucion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Usar Deployments para updates y rollbacks automaticos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07: Deployments y Rollouts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Rolling updates sin downtime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Historial de revisiones y rollback instantaneo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Estrategias: Blue-Green, Canary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