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Helm - Gestor de Paquetes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Charts, templates, values y gestion de releases en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Que es Helm?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Anatomia de un Helm Chart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Comandos Esenciales de Helm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Gestion de Releases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Crear tu propio Chart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de Helm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Que es Helm?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= package manager de Kubernetes (como apt, yum, npm)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Chart = paquete con todos los manifiestos de una aplicacion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Release = instancia de un Chart desplegada en el cluster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Resuelve: manifiestos repetitivos, configuracion por entorno, versionado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3: sin Tiller (seguro), namespaced releases, 3-way merge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Artifact Hub: repositorio publico de Charts de la comunidad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Anatomia de un Helm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Chart.yaml: metadata (nombre, version)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values.yaml: valores por defecto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templates/: manifiestos con Go templates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charts/: dependencias (sub-charts)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{{ .Values.image.tag }}: inyectar valores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{{ .Release.Name }}: nombre del release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{{ include 'helper' }}: funciones reutilizables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if/else, range, with para logica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values.yaml: defaults del chart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--set key=value: override en CLI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-f custom.yaml: archivo de override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Merging: CLI &gt; custom &gt; defaults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Comandos Esenciales de Helm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repo add bitnami https://charts.bitnami.com/bitnami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search repo nginx  -&gt;  buscar charts en repos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install mi-app bitnami/nginx  -&gt;  instalar chart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install mi-app ./mi-chart -f prod-values.yaml  -&gt;  con valores custom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upgrade mi-app bitnami/nginx --set replicas=3  -&gt;  actualizar release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rollback mi-app 1  -&gt;  volver a revision anterior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list  -&gt;  listar releases instalados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uninstall mi-app  -&gt;  eliminar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Gestion de Releases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Cada helm install/upgrade crea una nueva revision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helm history mi-app  -&gt;  ver todas las revisiones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helm rollback mi-app &lt;revision&gt;  -&gt;  volver a una version anterior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3-way merge: compara old chart, new chart, y live state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helm diff plugin: ver cambios antes de aplicar upgrade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helm test mi-app  -&gt;  ejecutar tests definidos en el chart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--dry-run: simular instalacion sin aplicar cambios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--wait: esperar a que todos los recursos esten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Crear tu propio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create mi-chart  -&gt;  scaffold con estructura base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Editar templates/ con tus manifiestos K8s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Usar {{ .Values.x }} para hacer parametros configurables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values.yaml con defaults sensatos para desarrollo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template mi-chart  -&gt;  renderizar templates sin instalar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lint mi-chart  -&gt;  validar estructura y sintaxis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helm package mi-chart  -&gt;  empaquetar como .tgz para distribuir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Best Practices de Helm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Versionar Charts en Git (Chart.yaml version)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values.yaml para TODO lo configurable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helm diff antes de helm upgrade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--wait y --timeout en CI/CD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Nombrar templates con prefijo del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Hard-codear valores en templates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Charts sin values.yaml documentado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helm install sin --namespace explicito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Ignorar helm lint antes de publicar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Charts monoliticos (usar sub-charts)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Instalar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Buscar, instalar y gestionar charts publicos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Crear un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chart propio con templates y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Upgrades y Rollbacks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Gestionar el ciclo de vida de releases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Helm - Gestor de Paquetes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Helm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Package manager de Kubernetes (Charts + Values)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Paquete con templates de manifiestos K8s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Instancia desplegada de un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Configuracion inyectada en templates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install -&gt; upgrade -&gt; rollback -&gt; uninstall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22: Cluster Setup con kubeadm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Crear un cluster K8s desde cero con kubeadm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Configurar networking con CNI plugins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Alta disponibilidad del Control Plane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