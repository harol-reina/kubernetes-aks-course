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Advanced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Taints, tolerations, affinity, priority classes y scheduling avanzado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Mas alla del Scheduler Default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Taints y Tolerations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Node Affinity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43199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4319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Pod Affinity y Anti-Affinity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Priority Classes y Preemption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Manual Scheduling y Static Pods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Troubleshooting de Scheduling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Mas alla del Scheduler Default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El Scheduler asigna Pods a nodos basado en recursos disponibles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Pero en produccion necesitamos control mas fino del placement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Taints/Tolerations: restringir QUE Pods pueden correr en un nodo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Node Affinity: atraer Pods hacia nodos especificos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Pod Affinity/Anti-Affinity: co-ubicar o separar Pods entre si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Priority Classes: definir que Pods son mas importantes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Static Pods: Pods gestionados directamente por kubelet (sin API Server)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Taints y Tolerations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Taints (en Nodos)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taint nodes n1 key=val:Effect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NoSchedule: no programar nuevos Pods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PreferNoSchedule: evitar si es posible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NoExecute: evictar Pods existentes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Tolerations (en Pods)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Permiten al Pod 'tolerar' un taint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operator: Equal o Exists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effect: debe coincidir con el taint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tolerationSeconds para NoExecute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Casos de Uso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Nodos dedicados para un equipo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GPU nodes solo para ML workloads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Master nodes: NoSchedule por default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Nodos en mantenimiento: NoExecute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Node Affinity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Atraer Pods hacia nodos con labels especificos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requiredDuringSchedulingIgnoredDuringExecution: obligatorio (hard)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preferredDuringSchedulingIgnoredDuringExecution: preferencia (soft)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Operadores: In, NotIn, Exists, DoesNotExist, Gt, Lt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Ejemplo: ejecutar en nodos con label disktype=ssd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Ejemplo: preferir nodos en zona us-east-1a pero aceptar otras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Mas expresivo que nodeSelector (soporta OR, NOT, pesos)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Pod Affinity y Anti-Affinity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Pod Affinity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Co-ubicar Pods en el mismo nodo/zona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topologyKey: kubernetes.io/hostname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topologyKey: topology.kubernetes.io/zone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Ej: frontend cerca del backend (latencia)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19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Pod Anti-Affinity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19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Separar Pods en nodos/zonas diferentes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Alta disponibilidad: replicas en distintos nodos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Ej: 3 replicas de DB en 3 nodos distintos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required vs preferred (hard vs soft)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Priority Classes y Preemption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PriorityClass: define la importancia relativa de un Pod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Valor numerico: 0 (default) a 1,000,000,000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Pods de mayor prioridad se programan primero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Preemption: si no hay recursos, evictar Pods de menor prioridad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preemptionPolicy: PreemptLowerPriority (default) o Never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system-cluster-critical y system-node-critical: prioridades del sistema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Usar con cuidado: puede causar eviction inesperada de Pods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Manual Scheduling y Static Pods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Manual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nodeName: especificar nodo directamente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Bypass del Scheduler completamente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Sin retry si el nodo falla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Uso: debugging o casos muy especificos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1005840"/>
            <a:ext cx="37033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19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Static Pods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19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Manifiestos en /etc/kubernetes/manifests/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kubelet los gestiona directamente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Sin API Server involucrado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Asi corren los componentes del Control Plane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Troubleshooting de Scheduling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Problemas Comunes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Pod Pending: no hay nodo que cumpla requisitos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Taint sin toleration correspondiente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Affinity imposible de satisfacer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Recursos insuficientes en todos los nodos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Diagnostico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describe pod -&gt; Events del scheduler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get nodes --show-labels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describe node -&gt; Taints y recursos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get priorityclass -&gt; prioridades definidas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Taints y Tolerations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Restringir scheduling con taints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Node Affinity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Atraer Pods hacia nodos especificos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Pod Anti-Affinity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Avanzado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Distribuir replicas en diferentes nodos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86200"/>
            <a:ext cx="128016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Priority y Preemption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Avanzado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06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Configurar prioridades y preemption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Advanced Scheduling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Taints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Repeler Pods de nodos (NoSchedule, NoExecute)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Tolerations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Permitir Pods en nodos con taints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Node Affinity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Atraer Pods hacia nodos con labels especificos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Pod Anti-Affinity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Distribuir replicas en diferentes nodos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Importancia relativa de Pods, con preemption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77639"/>
            <a:ext cx="54864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Static Pods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77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Gestionados por kubelet, sin API Server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25: Networking Avanzado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CNI plugins y modelos de red en Kubernetes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Network Policies para segmentacion de trafico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CoreDNS, Service Mesh y troubleshooting de 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