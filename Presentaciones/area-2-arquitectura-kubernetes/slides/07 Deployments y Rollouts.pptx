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Deployments y Rollouts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Actualizaciones sin downtime, rollbacks y estrategias de despliegue avanzadas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Por que Deployments? El Problema de los ReplicaSets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Arquitectura: Deployment -&gt; ReplicaSet -&gt; Pods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Rolling Updates: Zero-Downtime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Triggers de Rolling Update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29184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918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Rollback y Gestion de Versiones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Estrategias de Despliegue Avanzadas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Health Checks en Deployments</a:t>
            </a:r>
          </a:p>
        </p:txBody>
      </p:sp>
      <p:sp>
        <p:nvSpPr>
          <p:cNvPr id="18" name="Oval 17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Monitoreo y Troubleshooting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Best Practices de Produccion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Por que Deployments? El Problema de los ReplicaSets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ReplicaSets garantizan replicas pero NO actualizan Pods existentes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Cambiar la imagen en el RS no afecta a los Pods que ya corren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Actualizar manualmente = borrar Pods uno a uno (downtime, errores)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Sin historial de versiones: imposible hacer rollback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Deployment = ReplicaSet + inteligencia de actualizacion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Resuelve: rolling updates, historial de revisiones, rollback instantaneo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Arquitectura: Deployment -&gt; ReplicaSet -&gt; Pods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Jerarquia de 3 niveles: Deployment -&gt; ReplicaSet -&gt; Pods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Deployment crea un ReplicaSet por cada version de la app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RS activo (version actual): replicas = N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RS historicos (versiones anteriores): replicas = 0 (conservados para rollback)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ownerReferences conectan: Deployment -&gt; RS -&gt; Pods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revisionHistoryLimit: cuantos RS historicos conservar (default: 10)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Nunca crear ReplicaSets manualmente: siempre usar Deployments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Rolling Updates: Zero-Downtime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Como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1. Cambias imagen o config en el Deployment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2. K8s crea nuevo RS con nueva version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3. Escala nuevo RS UP gradualmente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4. Escala viejo RS DOWN gradualmente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5. Resultado: todos los Pods actualizados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18872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Parametros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19" y="1645920"/>
            <a:ext cx="3429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maxSurge: Pods extra durante update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  25% default (para 4 replicas = 1 extra)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maxUnavailable: Pods no-disponibles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  25% default (para 4 replicas = 1 menos)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Controlan velocidad vs recursos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Triggers de Rolling Update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SI Disparan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Cambiar spec.template.spec.containers[].image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Modificar variables de entorno (env)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Cambiar recursos (requests/limits)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Modificar volumeMounts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Cambiar command o args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NO Disparan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Cambiar spec.replicas (solo escala)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Modificar metadata.labels del Deployment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Cambiar annotations del Deployment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Modificar strategy o revisionHistoryLimit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Cambiar spec.selector (prohibido!)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Rollback y Gestion de Versiones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rollout history deployment/mi-app  -&gt;  ver todas las revisiones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rollout history deployment/mi-app --revision=2  -&gt;  detalles de revision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rollout undo deployment/mi-app  -&gt;  rollback a la version anterior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rollout undo deployment/mi-app --to-revision=3  -&gt;  revision especifica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IMPORTANTE: rollback crea una NUEVA revision (no restaura la vieja)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kubernetes.io/change-cause annotation: documentar que cambio en cada revision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rollout status deployment/mi-app  -&gt;  monitorear progreso en vivo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kubectl rollout pause/resume deployment/mi-app  -&gt;  pausar mid-update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Estrategias de Despliegue Avanzadas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Recreate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Mata todos los Pods, crea nuevos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Downtime: 10-30 segundos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Para: DBs, version incompatible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strategy: type: Recreate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Blue-Green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2 entornos completos en paralelo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Switch de trafico instantaneo via Service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Rollback inmediato: cambiar selector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Costo: doble de recursos temporalmente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Canary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Desplegar nueva version a % de trafico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Monitorear metricas antes de full deploy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Gradual: 10% -&gt; 25% -&gt; 50% -&gt; 100%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Minimiza impacto de bugs en produccion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Health Checks en Deployments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Liveness Probe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Detecta: proceso vivo pero app rota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Accion: REINICIA el contenedor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httpGet: /healthz  (endpoint basico)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 falla: contenedor killed + restart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Verificar: proceso, no dependencias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Readiness Probe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Detecta: app no lista para trafico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Accion: REMUEVE del Service (no trafico)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httpGet: /ready  (endpoint completo)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 falla: Pod removido de Endpoints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Verificar: app + dependencias listas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Startup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Para apps que tardan en iniciar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Desactiva liveness durante startup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failureThreshold * periodSeconds = timeout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Una vez exitoso, pasa a liveness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Evita kills prematuros en inicio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Monitoreo y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Problemas Comunes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Rollout stuck: probes fallan en nueva version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ImagePullBackOff: imagen o tag incorrecto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CrashLoopBackOff: error en la app/comando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Pods Pending: recursos insuficientes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progressDeadlineExceeded: rollout toma demasiado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Comandos de Diagnostico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rollout status deployment/&lt;name&gt;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describe deployment &lt;name&gt;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rs  -&gt;  ver todos los ReplicaSets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logs deployment/&lt;name&gt;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rollout undo  -&gt;  revertir si hay problemas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Best Practices de Produccion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HACER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Siempre usar Deployments (nunca RS directo)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Definir liveness + readiness probes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Anotar cambios con change-cause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Resource requests/limits en cada contenedor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Usar tags especificos (v1.2.3), nunca :latest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Deployments sin probes (trafico a pods enfermos)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maxUnavailable=100% (downtime total)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Ignorar rollout status despues de deploy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Recreate en apps que requieren zero-downtime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revisionHistoryLimit=0 (sin rollback posible)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Crear Deployments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Crear Deployments y verificar jerarquia RS -&gt; Pods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Rolling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Actualizar imagen y observar rolling update en vivo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Practicar rollback a diferentes revisiones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Estrategia Recreate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20 min | Intermedio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Comparar Recreate vs RollingUpdate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Blue-Green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Avanzado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1663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Implementar despliegue blue-green con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80644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Canary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Avanzado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61264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Despliegue canary con trafico gradual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76656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6766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Pause y Resume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6766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20 min | Intermedio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70866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Pausar y reanudar un rollout en progreso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772668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7726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Troubleshooting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7726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Avanzado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80467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Diagnosticar deployments fallidos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Deployments y Rollouts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Wrapper de ReplicaSet con inteligencia de actualizacion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Rolling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Reemplazo gradual de Pods sin downtime (default)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Rollback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Revertir a cualquier revision anterior instantaneamente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Blue-Green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 entornos paralelos con switch instantaneo de trafico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Canary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Despliegue gradual al % de usuarios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Probes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Liveness (reiniciar), Readiness (remover trafico), Startup (esperar)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72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Best Practice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Tags especificos + probes + change-cause + resource limits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D3EE"/>
                </a:solidFill>
                <a:latin typeface="Calibri"/>
              </a:defRPr>
            </a:pPr>
            <a:r>
              <a:t>Siguiente Modulo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8288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rial Black"/>
              </a:defRPr>
            </a:pPr>
            <a:r>
              <a:t>Modulo 08: Services y Service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Conectar Pods entre si con IP estable + DNS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ClusterIP, NodePort, LoadBalancer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Service Discovery con CoreDNS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