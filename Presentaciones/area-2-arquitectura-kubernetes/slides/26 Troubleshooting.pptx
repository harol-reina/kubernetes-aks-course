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46304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 Black"/>
              </a:defRPr>
            </a:pPr>
            <a:r>
              <a:t>MODULO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8FAFC"/>
                </a:solidFill>
                <a:latin typeface="Arial Black"/>
              </a:defRPr>
            </a:pPr>
            <a: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Metodologia sistematica para diagnosticar y resolver problemas en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76809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Kubernetes + Azure AKS  |  Area 2: Arquitectura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 Black"/>
              </a:defRPr>
            </a:pPr>
            <a:r>
              <a:t>Contenido del Modulo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Metodologia Sistematica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Aplicaciones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del Control Plane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743199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74319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Worker Nodes</a:t>
            </a:r>
          </a:p>
        </p:txBody>
      </p:sp>
      <p:sp>
        <p:nvSpPr>
          <p:cNvPr id="12" name="Oval 11"/>
          <p:cNvSpPr/>
          <p:nvPr/>
        </p:nvSpPr>
        <p:spPr>
          <a:xfrm>
            <a:off x="4754880" y="109728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09728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Troubleshooting de Red y Storage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164592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45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Herramientas de Diagnostico</a:t>
            </a:r>
          </a:p>
        </p:txBody>
      </p:sp>
      <p:sp>
        <p:nvSpPr>
          <p:cNvPr id="16" name="Oval 15"/>
          <p:cNvSpPr/>
          <p:nvPr/>
        </p:nvSpPr>
        <p:spPr>
          <a:xfrm>
            <a:off x="4754880" y="21945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 Black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9456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  <a:latin typeface="Calibri"/>
              </a:defRPr>
            </a:pPr>
            <a:r>
              <a:t>Preparacion CKA: Troubleshooting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Metodologia Sistematica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1. IDENTIFICAR: que esta fallando? (Pod, Service, Node, App)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2. OBSERVAR: recopilar informacion (describe, logs, events)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3. ANALIZAR: identificar la causa raiz (no solo el sintoma)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4. RESOLVER: aplicar la correccion minima necesaria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5. VERIFICAR: confirmar que el problema esta resuelto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6. DOCUMENTAR: registrar la solucion para referencia futura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Principio: trabajar de arriba hacia abajo (app -&gt; pod -&gt; node -&gt; cluster)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Troubleshooting de Aplicaciones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Pod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CrashLoopBackOff: error en app/comando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ImagePullBackOff: imagen no encontrada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Pending: sin nodo disponible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describe pod + kubectl logs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Service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No Endpoints: selector no coincide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Connection refused: puerto incorrecto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DNS timeout: CoreDNS problemas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get endpoints + describe svc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Deployment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Rollout stuck: probes fallando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Replicas no disponibles: resources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rollout status: verificar progreso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rollout undo si es necesario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Troubleshooting del Control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API Server caido: kubectl no responde, verificar certificados y etcd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Scheduler no funciona: Pods quedan en Pending indefinidamente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Controller Manager: Deployments no crean ReplicaSets/Pods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etcd: datos corruptos o falta de espacio, verificar con etcdctl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Static Pods: verificar manifiestos en /etc/kubernetes/manifests/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Logs: kubectl logs -n kube-system &lt;component-pod&gt;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Certificates: kubeadm certs check-expiration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Troubleshooting de Worker Nodes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Node NotReady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kubelet no esta corriendo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systemctl status kubelet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journalctl -u kubelet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Verificar certificados del nodo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05840"/>
            <a:ext cx="23774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Presion de Recursos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MemoryPressure: OOM en el nodo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DiskPressure: disco lleno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PIDPressure: demasiados procesos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kubectl describe node -&gt; Conditions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37744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05840"/>
            <a:ext cx="23774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88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alibri"/>
              </a:defRPr>
            </a:pPr>
            <a:r>
              <a:t>Networking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NetworkUnavailable: CNI fallo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kube-proxy no funciona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Verificar iptables/IPVS rules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Pods sin IP: reiniciar CNI DaemonSet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Troubleshooting de Red y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3703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Problemas de 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DNS: nslookup kubernetes.default desde un Pod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Service: curl &lt;svc&gt;:&lt;port&gt; desde un Pod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Ingress: verificar controller + annotations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Network Policy: puede estar bloqueando trafico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CoreDNS: verificar pods en kube-system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05840"/>
            <a:ext cx="370332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05840"/>
            <a:ext cx="3703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Problemas de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PVC Pending: no hay PV compatible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Mount error: permisos o nodo incorrecto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Multi-attach: volumen ya montado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StorageClass: verificar que existe el provisioner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Calibri"/>
              </a:defRPr>
            </a:pPr>
            <a:r>
              <a:t>kubectl describe pvc -&gt; eventos de binding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Herramientas de Diagnostico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76809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describe &lt;resource&gt;  -&gt;  detalles completos + eventos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logs &lt;pod&gt; [-c container] [--previous]  -&gt;  logs del app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exec -it &lt;pod&gt; -- sh  -&gt;  shell interactivo para debug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get events --sort-by=.lastTimestamp  -&gt;  eventos recientes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top pods/nodes  -&gt;  uso de CPU y memoria (requiere metrics-server)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auth can-i &lt;verb&gt; &lt;resource&gt;  -&gt;  verificar permisos RBAC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kubectl debug node/&lt;node&gt; -it --image=busybox  -&gt;  debug a nivel nodo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crictl ps / crictl logs  -&gt;  debug de container runtime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AFC"/>
                </a:solidFill>
                <a:latin typeface="Arial Black"/>
              </a:defRPr>
            </a:pPr>
            <a:r>
              <a:t>Preparacion CKA: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64008" cy="3657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223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Troubleshooting es ~30% del examen CKA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Practicar flujo sistematico: describe -&gt; logs -&gt; events -&gt; exec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Conocer componentes del CP y donde estan sus manifiestos/logs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Saber diagnosticar kubelet (journalctl) y certificados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Dominar kubectl debug para acceder a nodos y Pods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Network Policies: saber leer y crear policies correctas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etcd: backup y restore con etcdctl (tema frecuente en CKA)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 Black"/>
              </a:defRPr>
            </a:pPr>
            <a:r>
              <a:t>Laboratorios Practicos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005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Troubleshooting Basico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Basico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Diagnosticar Pods fallidos con describe y logs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Control Plane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965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45 min | Avanzado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286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Resolver problemas del Control Plane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2801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Network Troubleshooting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30 min | Intermedio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46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Diagnosticar problemas de conectividad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86200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Lab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Calibri"/>
              </a:defRPr>
            </a:pPr>
            <a:r>
              <a:t>Escenarios CKA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886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60 min | Avanzado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06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Calibri"/>
              </a:defRPr>
            </a:pPr>
            <a:r>
              <a:t>Practicar escenarios tipo examen CKA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Arial Black"/>
              </a:defRPr>
            </a:pPr>
            <a:r>
              <a:t>Resumen: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54864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005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Metodologia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005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Identificar -&gt; Observar -&gt; Analizar -&gt; Resolver -&gt; Verificar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Aplicaciones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describe, logs, events son tus mejores amigos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945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Control Plane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Static Pods, certificados, etcd health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54864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Workers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788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kubelet status, node conditions, CNI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383280"/>
            <a:ext cx="54864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832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DNS, Services endpoints, Network Policies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977639"/>
            <a:ext cx="54864" cy="457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7763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~30% del examen, practicar flujo sistematico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