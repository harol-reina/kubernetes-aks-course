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Azure Kubernetes Service (AKS)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6B6D4"/>
                </a:solidFill>
                <a:latin typeface="Arial Black"/>
              </a:defRPr>
            </a:pPr>
            <a:r>
              <a:t>Creacion de Cluster y Conexion con kubectl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Tres caminos de creacion  |  Observabilidad completa  |  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Curso Kubernetes + Azure AKS Profesional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E293B"/>
                </a:solidFill>
                <a:latin typeface="Arial Black"/>
              </a:defRPr>
            </a:pPr>
            <a:r>
              <a:t>Agenda de la Sesion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9728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Panorama de Kubernetes en Azure — Todas las opciones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Prerequisitos e instalacion de herramientas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Metodo 1: Crear AKS desde Azure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Metodo 2: Crear AKS con Azure CLI (Recomendado)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Metodo 3: AKS Automatic — Kubernetes simplificado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2608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Comparativa AKS Standard vs AKS Automatic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Conectar kubectl al 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Observabilidad: Container Insights + Prometheus + 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2336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Seguridad basica: Identidad y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6B6D4"/>
                </a:solidFill>
                <a:latin typeface="Arial Black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38912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Limpieza de recursos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Kubernetes en Azure — Panorama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Azure ofrece multiples formas de ejecutar Kubernetes segun tu caso de uso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22860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Donde Ejecuta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Gestion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Caso de Uso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Standard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Cloud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 gestionas nodos y config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Produccion con control total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Automatic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Cloud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gestiona todo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Produccion sin expertise K8s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Edge Essentials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Hardware local (edge)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K3s/K8s en VM ligera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IoT industrial, edge computing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Arc (Azure Local)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On-premises / datacenter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en tu infraestructura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cloud, regulaciones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Arc-enabled K8s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Cualquier cluster CNCF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Conecta clusters existentes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Multi-cloud, gestion unificada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Container Apps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Cloud (serverless)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 acceso a API de K8s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Microservicios simples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E293B"/>
                </a:solidFill>
                <a:latin typeface="Arial Black"/>
              </a:defRPr>
            </a:pPr>
            <a:r>
              <a:t>Enfoque de Esta Sesion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840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 Black"/>
              </a:defRPr>
            </a:pPr>
            <a:r>
              <a:t>AKS Standard (Base SKU)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Control total sobre nodos y redes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Tiers: Free, Standard, Premium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Ideal para aprendizaje y produccion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Metodos: Portal +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005840"/>
            <a:ext cx="3840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005840"/>
            <a:ext cx="73152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 Black"/>
              </a:defRPr>
            </a:pPr>
            <a:r>
              <a:t>AKS Automatic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087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Azure gestiona nodos y scaling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Siempre tier Standard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Karpenter + Cilium preconfigurado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GA desde Octubre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8229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8229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 Black"/>
              </a:defRPr>
            </a:pPr>
            <a:r>
              <a:t>Observabilidad Completa (Stack Integrado)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Container Insights — Logs y metricas de contenedores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Azure Managed Prometheus — Metricas compatibles con PromQL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Azure Managed Grafana — Dashboards preconfigurados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Azure Monitor — Alertas y diagnosticos integrados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Prerequisitos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Cuenta de Azure activa (suscripcion)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Azure CLI instalado (v2.60+)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kubectl instalado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✅ Permisos: Contributor en Resource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914400"/>
            <a:ext cx="3931920" cy="347472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Instalar Azure CLI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curl -sL https://aka.ms/InstallAzureCLIDeb | sudo bash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Instalar kubectl via Azure CLI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install-cli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Verificar versiones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version --output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version --client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Login en Azure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Tiers de AKS — Free vs Standard vs Premium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E9D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0E9D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0E9D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0E9DC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Costo control plane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Gratis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~$73/mes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~$432/mes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SLA Uptime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 SLA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99.95% (con AZ)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99.95% (con AZ)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Nodos maximo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1,000 (rec. &lt;10)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Long-Term Support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 (2 anios/version)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AKS Automatic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compatible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Requerido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compatible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Caso de uso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Dev/Test, Learning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Produccion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Enterprise, regulado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Nota: El costo del tier es solo el control plane. Los nodos worker se pagan aparte (VMs).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38CF5"/>
                </a:solidFill>
                <a:latin typeface="Arial Black"/>
              </a:defRPr>
            </a:pPr>
            <a:r>
              <a:t>Metodo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Crear AKS desde Azure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El camino visual — ideal para aprender y explorar opciones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Portal — Paso 1: Crear Recurso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38CF5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Ir a portal.azure.com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38CF5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Click en '+ Crear un recurso'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39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2315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38CF5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23159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Buscar 'Kubernetes Service'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3239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38CF5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39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Click en 'Crear'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Tip: Tambien puedes buscar 'AKS' directamente en la barra de busqueda superior del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Portal — Paso 2: Configuracion Basica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Suscripcion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9601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Seleccionar tu suscripcion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Resource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89888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Crear nuevo o seleccionar existente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965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Cluster preset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19656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Dev/Test (para aprendizaje) o Standard (produccion)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942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Nombre del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9424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Ej: mi-cluster-aks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1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79191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Elegir la mas cercana (ej: East US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5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Availability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08959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Zonas 1, 2, 3 para alta disponibilidad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3872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Tier (Pricing)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38728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Free (dev) o Standard (produccion)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6849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Version K8s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68496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Dejar la recomendada (ultima estable)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9826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Automatic upgrade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398264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patch (recomendado)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Portal — Paso 3: Node Pools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Arial Black"/>
              </a:defRPr>
            </a:pPr>
            <a:r>
              <a:t>System Node Pool (obligatorio)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Ejecuta pods del sistema (CoreDNS, etc.)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VM Size: Standard_D2s_v5 (2 vCPU, 8GB)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Node count: 1 (dev) o 3 (prod)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OS: Azure Linux (recomendado) o Ubuntu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Autoscaling: activar para produccion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Min: 1  |  Max: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05840"/>
            <a:ext cx="39319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05840"/>
            <a:ext cx="64008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Arial Black"/>
              </a:defRPr>
            </a:pPr>
            <a:r>
              <a:t>User Node Pool (opcional)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087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Ejecuta tus workloads de aplicacion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Puedes agregar despues del cluster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VM Size segun necesidad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Puede tener diferente 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Scaling independiente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Tip: separar sistema de aplicacion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Para aprendizaje: 1 nodo system pool con Standard_D2s_v5 es suficiente.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Portal — Paso 4: Networking y Crear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39319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64008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Arial Black"/>
              </a:defRPr>
            </a:pPr>
            <a:r>
              <a:t>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Network config: Azure CNI Overlay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Network policy: Cilium (recomendado)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DNS name prefix: auto-generado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Load Balancer: Standard (default)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60120"/>
            <a:ext cx="39319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64008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0B981"/>
                </a:solidFill>
                <a:latin typeface="Arial Black"/>
              </a:defRPr>
            </a:pPr>
            <a:r>
              <a:t>Monitoring (Activar!)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Container Insights: Activado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Managed Prometheus: Activado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✅ Managed Grafana: Crear nuevo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Log Analytics workspace: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82296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8229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59E0B"/>
                </a:solidFill>
                <a:latin typeface="Arial Black"/>
              </a:defRPr>
            </a:pPr>
            <a:r>
              <a:t>Review + 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Revisar la validacion de configuracion → Click en 'Create'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El despliegue tarda ~5-10 minutos. Puedes seguir el progreso en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0B981"/>
                </a:solidFill>
                <a:latin typeface="Arial Black"/>
              </a:defRPr>
            </a:pPr>
            <a:r>
              <a:t>Metodo 2 (Recomendado)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Crear AKS con Azure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Reproducible, scriptable, ideal para automatizacion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CLI — Paso 1: Preparar Entorno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8229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1. Login en Azure (abre navegador)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login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2. Verificar suscripcion activa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account show --query '{name:name, id:id}' -o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3. Registrar el provider de Kubernetes (si es primera vez)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provider register --namespace Microsoft.ContainerService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4. Crear Resource Group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group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--location eastus2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Tip: Usa nombres descriptivos para el Resource Group. Todo el cluster vive dentro de 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CLI — Paso 2a: Cluster para Dev/Test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219456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Cluster minimo para aprendizaje (tier Free)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--node-count 1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--node-vm-size Standard_D2s_v5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--tier free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--generate-ssh-keys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--enable-managed-identity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⏱️ Tiempo de creacion: ~5-8 minutos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💰 Costo: Solo el VM del nodo (~$70/mes para D2s_v5)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🎯 1 nodo es suficiente para labs y desarrollo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🔑 --generate-ssh-keys crea claves SSH automaticamente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CLI — Paso 2b: Cluster para Produccion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82296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Cluster production-ready con observabilidad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aks-prod-cluster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--node-count 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--node-vm-size Standard_D4s_v5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--kubernetes-version 1.31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--tier standard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--zones 1 2 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--enable-managed-identity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--generate-ssh-keys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--network-plugin azure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--network-plugin-mode overlay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--network-dataplane cilium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--enable-oidc-issuer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--enable-workload-identity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--enable-addons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16 parametros que configuran un cluster listo para produccion. Desglosamos cada uno en la siguiente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Desglose de Parametros CLI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Parametro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 Hace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--node-count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nodos para alta disponibilidad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--node-vm-size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Standard_D4s_v5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vCPU, 16 GB RAM por nodo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--tier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SLA 99.95%, soporte produccion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--zones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1 2 3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Distribuye nodos en 3 zonas de disponibilidad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--network-plugin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(overlay)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CNI Overlay: IPs eficientes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--network-dataplane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cilium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eBPF networking + network policies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--enable-oidc-issuer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Permite Workload Identity (sin secrets)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--enable-workload-identity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Pods se autentican con Entra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--enable-addons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Activa Container Insights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8B5CF6"/>
                </a:solidFill>
                <a:latin typeface="Arial Black"/>
              </a:defRPr>
            </a:pPr>
            <a:r>
              <a:t>Metodo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AKS Automatic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Kubernetes gestionado por Azure — GA desde Octubre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AKS Automatic — Todo Preconfigurado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Node Autoprovisioning (Karpenter)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HPA + VPA + KEDA activos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Azure RBAC + Workload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Azure CNI Overlay + Cilium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9144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9144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NGINX Ingress preconfigurado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17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4173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Managed Prometheus activo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20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202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Container Insights 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231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Deployment Safeguards (Azure Policy)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82296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Crear AKS Automatic — 1 solo comando con --sku Automatic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aks-auto-cluster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--sku Automatic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--generate-ssh-keys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AKS Standard vs AKS Automatic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6858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46120"/>
                <a:gridCol w="3246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Standard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 Automatic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Gestion de nodos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(tu defines pools)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Automatica (Karpenter)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HPA/CA opcionales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HPA+VPA+KEDA preconfigurados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Upgrades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o auto-upgrade opcional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Automatico siempre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Kubenet/CNI/Cilium (tu eliges)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CNI Overlay + Cilium (fijo)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/ Standard / Premium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Siempre Standard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BYO o App Routing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NGINX preconfigurado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OS Nodos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Ubuntu / Azure Linux / Windows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Solo Azure Linux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Observabilidad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Add-ons opcionales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Prometheus + Insights activos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Mejor para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 total, Windows, custom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 expertise K8s, rapido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B6D4"/>
                </a:solidFill>
                <a:latin typeface="Arial Black"/>
              </a:defRPr>
            </a:pPr>
            <a:r>
              <a:t>Conexion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Conectar kubectl al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El puente entre tu terminal local y el cluster en Azure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Conectar kubectl — Paso a Paso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1. Obtener credenciales (merge en ~/.kube/config)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get-credentials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2. Verificar conexion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get nodes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NAME                              STATUS   ROLES   AGE   VERSION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aks-nodepool1-12345678-vmss0000   Ready    &lt;none&gt;  5m    v1.31.x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3. Informacion del cluster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cluster-info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4. Ver contexto actual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current-context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aks-dev-cluster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kubectl — Opciones Avanzadas de Conexion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931920" cy="32004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Credenciales admin (break-glass)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get-credentials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--admin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Sobreescribir contexto existente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get-credentials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--overwrite-existing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914400"/>
            <a:ext cx="3931920" cy="32004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Guardar en archivo especifico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get-credentials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--file ~/.kube/aks-config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Para clusters con Entra ID/RBAC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Instalar kubelogin: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install-cli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Convertir kubeconfig: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kubelogin convert-kubeconfig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-l azurecli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--admin omite Azure RBAC. Usar solo para emergencias, no en produccion.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293B"/>
                </a:solidFill>
                <a:latin typeface="Arial Black"/>
              </a:defRPr>
            </a:pPr>
            <a:r>
              <a:t>Gestionar Multiples Clusters con kubectl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Listar todos los contextos disponibles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get-contexts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CURRENT   NAME               CLUSTER            AUTHINFO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*         aks-dev-cluster     aks-dev-cluster    clusterUser_rg...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          aks-prod-cluster    aks-prod-cluster   clusterUser_rg...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          minikube            minikube           minikube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Cambiar entre clusters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use-context aks-prod-cluster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Verificar en que cluster estas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current-context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Renombrar un contexto para mayor claridad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rename-context aks-dev-cluster dev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rename-context aks-prod-cluster prod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0B981"/>
                </a:solidFill>
                <a:latin typeface="Arial Black"/>
              </a:defRPr>
            </a:pPr>
            <a:r>
              <a:t>Observabilidad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Stack Completo de Monitoreo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Container Insights + Managed Prometheus + Managed Grafana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293B"/>
                </a:solidFill>
                <a:latin typeface="Arial Black"/>
              </a:defRPr>
            </a:pPr>
            <a:r>
              <a:t>Arquitectura del Stack de Observabilidad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Arial Black"/>
              </a:defRPr>
            </a:pPr>
            <a:r>
              <a:t>Container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Logs de stdout/stderr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Metricas de nodos y pods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Almacena en Log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Workbooks predefinidos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Queries con KQL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91440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0515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Arial Black"/>
              </a:defRPr>
            </a:pPr>
            <a:r>
              <a:t>Managed Prometheus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4173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Metricas compatibles PromQL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Azure Monitor workspace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Sin gestionar servidores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Scraping automatico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Alertas basadas en metricas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91440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0515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Arial Black"/>
              </a:defRPr>
            </a:pPr>
            <a:r>
              <a:t>Managed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Dashboards preconfigurados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Visualizacion de nodos/pods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Conectado a Prometheus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Alertas visuales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Acceso por Azure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475569"/>
                </a:solidFill>
                <a:latin typeface="Consolas"/>
              </a:defRPr>
            </a:pPr>
            <a:r>
              <a:t>AKS Cluster  →  Container Insights (Logs)  +  Managed Prometheus (Metricas)  →  Managed Grafana (Dashboards)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Habilitar Observabilidad con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8229600" cy="393192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===== OPCION A: En un cluster NUEVO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aks-monitored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--node-count 2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--generate-ssh-keys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--enable-addons monitoring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--enable-azure-monitor-metrics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===== OPCION B: En un cluster EXISTENTE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Paso 1: Habilitar Container Insights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enable-addons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--addons monitoring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Paso 2: Habilitar Managed Prometheus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update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--enable-azure-monitor-metrics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Configurar Managed Grafana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8229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1. Crear instancia de Managed Grafana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grafana create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grafana-aks-curso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2. Vincular con el Azure Monitor workspace (Prometheus)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update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--enable-azure-monitor-metrics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--azure-monitor-workspace-resource-id &lt;WORKSPACE_ID&gt;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--grafana-resource-id &lt;GRAFANA_ID&gt;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6400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Dashboards incluidos automaticamente: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Kubernetes / Compute Resources / Cluster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Kubernetes / Compute Resources / Namespace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03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Kubernetes / Compute Resources / Pod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Kubernetes / Networking / Cluster + Pod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Verificar que la Observabilidad Funciona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4023360" cy="36576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Verificar addons activos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show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-g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-n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--query addonProfiles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-o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Verificar pods de monitoring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get pods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-n kube-system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| grep -i 'ama\|omsagent'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Verificar metricas Prometheus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get pods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-n kube-system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| grep prometheus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777240"/>
            <a:ext cx="4023360" cy="3657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777240"/>
            <a:ext cx="64008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86868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Acceder a los dashboards: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📊 Portal &gt; AKS &gt; Monitoring &gt; Insights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📈 Portal &gt; AKS &gt; Monitoring &gt;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📋 Portal &gt; AKS &gt; Monitoring &gt; Logs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🔔 Portal &gt; AKS &gt; Monitoring &gt; Alerts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📉 Portal &gt; Managed Grafana &gt; Endpoint URL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💡 Grafana se abre en su propio dominio con SSO Azure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Seguridad Basica del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4008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Arial Black"/>
              </a:defRPr>
            </a:pPr>
            <a:r>
              <a:t>Managed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El cluster usa identidad gestionada (sin service principals manuales)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82296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6400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Arial Black"/>
              </a:defRPr>
            </a:pPr>
            <a:r>
              <a:t>Azure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Controla quien accede al cluster con roles de Azure (Entra 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82296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6400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Arial Black"/>
              </a:defRPr>
            </a:pPr>
            <a:r>
              <a:t>Workload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Los pods se autentican con Azure sin secrets estáticos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82296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6400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3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Arial Black"/>
              </a:defRPr>
            </a:pPr>
            <a:r>
              <a:t>Network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Con Cilium, aplica politicas de red entre pods (zero-trust)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82296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64008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Arial Black"/>
              </a:defRPr>
            </a:pPr>
            <a:r>
              <a:t>API Server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Usa --api-server-authorized-ip-ranges para limitar acceso al API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Limpieza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IMPORTANTE: Eliminar recursos para evitar costos innecesarios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32004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===== Eliminar cluster AKS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delete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--resource-group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aks-dev-cluster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--yes --no-wait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===== Eliminar TODO el Resource Group (incluye cluster + monitoring)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group delete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--name rg-aks-curso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--yes --no-wait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===== Limpiar contexto local de kubectl 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delete-context aks-dev-cluster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delete-cluster aks-dev-cluster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Tip: --no-wait permite que la eliminacion corra en background mientras continuas trabajando.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 Black"/>
              </a:defRPr>
            </a:pPr>
            <a:r>
              <a:t>Troubleshooting Comun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'az aks create' falla por cuota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Solicitar aumento de cuota en Portal &gt; Subscriptions &gt; Usage + quotas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73352"/>
            <a:ext cx="8229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73352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0784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kubectl no conecta al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Verificar: az aks get-credentials, revisar contexto con kubectl config current-context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8229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78024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05456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Nodos en NotReady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kubectl describe node &lt;nombre&gt; — verificar recursos y estado del kubelet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82696"/>
            <a:ext cx="8229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82696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10127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Pods de monitoring no aparecen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11879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az aks enable-addons --addons monitoring — puede tardar 5-10 min en iniciar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87368"/>
            <a:ext cx="822960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87368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Error: 'Unauthorized' al usar kubectl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16552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Instalar kubelogin: az aks install-cli &amp;&amp; kubelogin convert-kubeconfig -l azurecli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Arial Black"/>
              </a:defRPr>
            </a:pPr>
            <a:r>
              <a:t>Cheat Sheet — Comandos Esenciales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4023360" cy="393192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CREAR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group create -n myRG -l eastus2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create -g myRG -n myAKS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--node-count 1 --generate-ssh-keys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CONECTAR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get-credentials -g myRG -n myAKS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get nodes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cluster-info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CONTEXTOS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get-contexts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kubectl config use-context myAKS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731520"/>
            <a:ext cx="4023360" cy="393192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OBSERVABILIDAD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enable-addons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--addons monitoring -g myRG -n myAKS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update -g myRG -n myAKS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  --enable-azure-monitor-metrics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GESTIONAR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show -g myRG -n myAKS -o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get-versions -l eastus2 -o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B7280"/>
                </a:solidFill>
                <a:latin typeface="Consolas"/>
              </a:defRPr>
            </a:pPr>
            <a:r>
              <a:t># === LIMPIAR 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aks delete -g myRG -n myAKS --yes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F3FC"/>
                </a:solidFill>
                <a:latin typeface="Consolas"/>
              </a:defRPr>
            </a:pPr>
            <a:r>
              <a:t>az group delete -n myRG --yes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6B6D4"/>
                </a:solidFill>
                <a:latin typeface="Arial Black"/>
              </a:defRPr>
            </a:pPr>
            <a: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Azure ofrece 5+ formas de ejecutar Kubernetes segun el caso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AKS Standard con CLI es el metodo mas flexible y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AKS Automatic simplifica todo con --sku Automatic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kubectl se conecta con un solo comando: az aks get-credentials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Observabilidad completa: Insights + Prometheus +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74980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Siempre limpiar recursos para evitar costos: az group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Curso Kubernetes + Azure AKS Profesional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