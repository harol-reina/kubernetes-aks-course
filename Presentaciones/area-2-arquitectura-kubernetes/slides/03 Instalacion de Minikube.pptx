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463040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 Black"/>
              </a:defRPr>
            </a:pPr>
            <a:r>
              <a:t>MODULO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8FAFC"/>
                </a:solidFill>
                <a:latin typeface="Arial Black"/>
              </a:defRPr>
            </a:pPr>
            <a:r>
              <a:t>Instalacion de Minikube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Tu primer cluster Kubernetes local para desarrollo y aprendizaje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389120"/>
            <a:ext cx="7680960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Kubernetes + Azure AKS  |  Area 2: Arquitectura Kubernetes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rial Black"/>
              </a:defRPr>
            </a:pPr>
            <a:r>
              <a:t>Contenido del Modulo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09728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9728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Por que Minikube?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64592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459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Requisitos e Instalacion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1945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Comandos Esenciales de Minikube</a:t>
            </a:r>
          </a:p>
        </p:txBody>
      </p:sp>
      <p:sp>
        <p:nvSpPr>
          <p:cNvPr id="10" name="Oval 9"/>
          <p:cNvSpPr/>
          <p:nvPr/>
        </p:nvSpPr>
        <p:spPr>
          <a:xfrm>
            <a:off x="4754880" y="109728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09728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Addons Esenciales</a:t>
            </a:r>
          </a:p>
        </p:txBody>
      </p:sp>
      <p:sp>
        <p:nvSpPr>
          <p:cNvPr id="12" name="Oval 11"/>
          <p:cNvSpPr/>
          <p:nvPr/>
        </p:nvSpPr>
        <p:spPr>
          <a:xfrm>
            <a:off x="4754880" y="164592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6459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Configuracion Avanzada</a:t>
            </a:r>
          </a:p>
        </p:txBody>
      </p:sp>
      <p:sp>
        <p:nvSpPr>
          <p:cNvPr id="14" name="Oval 13"/>
          <p:cNvSpPr/>
          <p:nvPr/>
        </p:nvSpPr>
        <p:spPr>
          <a:xfrm>
            <a:off x="4754880" y="21945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1945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Troubleshooting de Minikube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Por que Minikube?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64008" cy="3657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Cluster Kubernetes completo en una sola maquina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Ideal para desarrollo, pruebas y aprendizaje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Soporta multiples drivers: Docker, VirtualBox, Hyper-V, Podman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Incluye addons: dashboard, ingress, metrics-server, registry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Compatible con kubectl estandar (mismos comandos que produccion)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Alternativas: kind (clusters en Docker), k3s (lightweight), Docker Desktop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Requisitos e Instalacion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3774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Requisitos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2+ CPUs, 2GB+ RAM, 20GB disco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Hypervisor o Docker instalado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kubectl instalado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Acceso a Internet para descargar imagenes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005840"/>
            <a:ext cx="23774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Instalacion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curl -LO minikube-linux-amd64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chmod +x minikube &amp;&amp; mv a /usr/local/bin/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minikube start --driver=docker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kubectl get nodes -&gt; confirmar nodo Ready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005840"/>
            <a:ext cx="23774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Verificacion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minikube status -&gt; Running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kubectl cluster-info -&gt; URLs del cluster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kubectl get pods -A -&gt; todos los pods del sistema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minikube dashboard -&gt; UI web del cluster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Comandos Esenciales de Minikube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64008" cy="3657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minikube start  -&gt;  crear/iniciar el cluster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minikube stop  -&gt;  detener el cluster (conserva estado)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minikube delete  -&gt;  eliminar cluster completamente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minikube status  -&gt;  estado actual del cluster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minikube addons list  -&gt;  ver addons disponibles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minikube addons enable &lt;addon&gt;  -&gt;  habilitar un addon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minikube ssh  -&gt;  conectar al nodo via SSH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minikube service &lt;name&gt;  -&gt;  abrir un Service en el navegador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Addons Esenciales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3774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UI web para gestionar el cluster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minikube addons enable dashboard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minikube dashboard para abrir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005840"/>
            <a:ext cx="23774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Ingress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NGINX Ingress Controller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Necesario para routing HTTP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minikube addons enable ingress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005840"/>
            <a:ext cx="23774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Metrics 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Metricas de CPU/memoria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Necesario para kubectl top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Necesario para HPA autoscaling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Configuracion Avanzada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64008" cy="3657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minikube start --cpus=4 --memory=4096  -&gt;  mas recursos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minikube start --kubernetes-version=v1.28  -&gt;  version especifica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minikube start --nodes=3  -&gt;  cluster multi-nodo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minikube start --driver=virtualbox  -&gt;  driver alternativo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Perfiles: minikube start -p mi-cluster  -&gt;  multiples clusters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minikube config set memory 4096  -&gt;  configuracion persistente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Troubleshooting de Minikube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703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3703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Problemas Comunes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Minikube no arranca: verificar driver y virtualizacion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ImagePullBackOff: verificar conectividad a registries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Node NotReady: minikube delete &amp;&amp; minikube start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Disco lleno: minikube ssh + docker system prune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005840"/>
            <a:ext cx="3703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60" y="1005840"/>
            <a:ext cx="37033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Comandos de Diagnostico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minikube logs -&gt; logs del cluster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minikube ssh -&gt; acceso al nodo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kubectl get events -&gt; eventos recientes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kubectl describe node -&gt; detalles del nodo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Laboratorios Practicos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28016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005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Instalacion Completa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05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Basico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32588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Instalar Minikube y verificar todos los componentes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128016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965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Addons y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965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20 min | Basico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28600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Habilitar addons y explorar el dashboard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26080"/>
            <a:ext cx="128016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926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Multi-Node Cluster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Intermedio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24612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Crear cluster con multiples nodos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886200"/>
            <a:ext cx="1280160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886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Perfiles y Configuracion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8862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20 min | Intermedio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20624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Gestionar multiples clusters con perfiles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846320"/>
            <a:ext cx="128016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4846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Troubleshooting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846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Intermedio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516636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Diagnosticar y resolver problemas comunes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806440"/>
            <a:ext cx="128016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5806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Lab Resumen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5806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60 min | Intermedio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612648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Laboratorio integrador de instalacion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Arial Black"/>
              </a:defRPr>
            </a:pPr>
            <a:r>
              <a:t>Resumen: Instalacion de Minikube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54864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005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Minikube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005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Cluster K8s completo para desarrollo local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54864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Drivers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Docker (recomendado), VirtualBox, Hyper-V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94560"/>
            <a:ext cx="54864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94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Addons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Dashboard, Ingress, Metrics Server son esenciales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788920"/>
            <a:ext cx="54864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88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Perfiles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7889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Multiples clusters en la misma maquina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383280"/>
            <a:ext cx="54864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kubectl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383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Mismos comandos que en produccion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2D3EE"/>
                </a:solidFill>
                <a:latin typeface="Calibri"/>
              </a:defRPr>
            </a:pPr>
            <a:r>
              <a:t>Siguiente Modulo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82880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rial Black"/>
              </a:defRPr>
            </a:pPr>
            <a:r>
              <a:t>Modulo 04: Pods vs Contenedores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7315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Entender la diferencia entre Pod y contenedor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Crear tu primer Pod con kubectl y YAML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Multi-container Pods: cuando y por que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