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463040" cy="3657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 Black"/>
              </a:defRPr>
            </a:pPr>
            <a:r>
              <a:t>MODULO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8FAFC"/>
                </a:solidFill>
                <a:latin typeface="Arial Black"/>
              </a:defRPr>
            </a:pPr>
            <a:r>
              <a:t>Secrets y Datos Sensibles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Gestion segura de passwords, tokens y certificados en Kubernetes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389120"/>
            <a:ext cx="7680960" cy="274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48056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Kubernetes + Azure AKS  |  Area 2: Arquitectura Kubernetes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Arial Black"/>
              </a:defRPr>
            </a:pPr>
            <a:r>
              <a:t>Contenido del Modulo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09728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09728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Secrets vs ConfigMaps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64592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64592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Tipos de Secrets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19456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19456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Creacion de Secrets</a:t>
            </a:r>
          </a:p>
        </p:txBody>
      </p:sp>
      <p:sp>
        <p:nvSpPr>
          <p:cNvPr id="10" name="Oval 9"/>
          <p:cNvSpPr/>
          <p:nvPr/>
        </p:nvSpPr>
        <p:spPr>
          <a:xfrm>
            <a:off x="4754880" y="109728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09728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Consumir Secrets en Pods</a:t>
            </a:r>
          </a:p>
        </p:txBody>
      </p:sp>
      <p:sp>
        <p:nvSpPr>
          <p:cNvPr id="12" name="Oval 11"/>
          <p:cNvSpPr/>
          <p:nvPr/>
        </p:nvSpPr>
        <p:spPr>
          <a:xfrm>
            <a:off x="4754880" y="164592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164592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Seguridad Real de los Secrets</a:t>
            </a:r>
          </a:p>
        </p:txBody>
      </p:sp>
      <p:sp>
        <p:nvSpPr>
          <p:cNvPr id="14" name="Oval 13"/>
          <p:cNvSpPr/>
          <p:nvPr/>
        </p:nvSpPr>
        <p:spPr>
          <a:xfrm>
            <a:off x="4754880" y="219456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219456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Best Practices de Seguridad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Arial Black"/>
              </a:defRPr>
            </a:pPr>
            <a:r>
              <a:t>Secrets vs ConfigMaps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3703320" cy="36576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37033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ConfigMaps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32918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Datos no-sensibles (config, URLs)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Almacenados en texto plano en etcd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Sin restricciones de acceso especiales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Visibles con kubectl describe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No requieren encoding especial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709160" y="1005840"/>
            <a:ext cx="3703320" cy="36576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09160" y="1005840"/>
            <a:ext cx="370332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1188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Secrets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1645920"/>
            <a:ext cx="32918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Datos sensibles (passwords, tokens)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Base64 encoded en etcd (no cifrado!)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RBAC puede restringir acceso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Se montan en tmpfs (no disco)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Requieren base64 o stringData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rial Black"/>
              </a:defRPr>
            </a:pPr>
            <a:r>
              <a:t>Tipos de Secrets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37744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37744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9488"/>
                </a:solidFill>
                <a:latin typeface="Calibri"/>
              </a:defRPr>
            </a:pPr>
            <a:r>
              <a:t>Opaque (Generic)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Tipo por defecto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Datos arbitrarios key-value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Passwords, API keys, tokens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kubectl create secret generic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005840"/>
            <a:ext cx="237744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3280" y="1005840"/>
            <a:ext cx="23774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kubernetes.io/tls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164592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Certificados TLS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Requiere tls.crt y tls.key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Usado por Ingress para HTTPS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kubectl create secret tls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005840"/>
            <a:ext cx="237744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35040" y="1005840"/>
            <a:ext cx="23774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docker-registry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164592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Credenciales de registry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Para pull de imagenes privadas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imagePullSecrets en el Pod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kubectl create secret docker-registry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Arial Black"/>
              </a:defRPr>
            </a:pPr>
            <a:r>
              <a:t>Creacion de Secrets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7680960" cy="36576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64008" cy="3657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188720"/>
            <a:ext cx="7223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kubectl create secret generic db-creds --from-literal=password=s3cur3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kubectl create secret generic app-config --from-file=config.json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kubectl create secret tls mi-tls --cert=tls.crt --key=tls.key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YAML con data (base64): echo -n 'password' | base64  -&gt;  cGFzc3dvcmQ=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YAML con stringData (texto plano): K8s codifica automaticamente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stringData es mas facil pero se convierte a data al guardar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rial Black"/>
              </a:defRPr>
            </a:pPr>
            <a:r>
              <a:t>Consumir Secrets en Pods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370332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370332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188720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9488"/>
                </a:solidFill>
                <a:latin typeface="Calibri"/>
              </a:defRPr>
            </a:pPr>
            <a:r>
              <a:t>Como Variables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34290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secretKeyRef: una key especifica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envFrom: secretRef (todas las keys)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Se inyectan como env vars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Precaucion: visibles en logs!</a:t>
            </a:r>
          </a:p>
        </p:txBody>
      </p:sp>
      <p:sp>
        <p:nvSpPr>
          <p:cNvPr id="8" name="Rectangle 7"/>
          <p:cNvSpPr/>
          <p:nvPr/>
        </p:nvSpPr>
        <p:spPr>
          <a:xfrm>
            <a:off x="4709159" y="1005840"/>
            <a:ext cx="370332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09159" y="1005840"/>
            <a:ext cx="37033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19" y="1188720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Como Volumen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19" y="1645920"/>
            <a:ext cx="34290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Montado en tmpfs (en memoria)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Cada key = un archivo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Permisos 0644 por default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Se actualiza automaticamente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Arial Black"/>
              </a:defRPr>
            </a:pPr>
            <a:r>
              <a:t>Seguridad Real de los Secrets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7680960" cy="36576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64008" cy="3657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188720"/>
            <a:ext cx="7223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IMPORTANTE: Base64 NO es cifrado, es solo encoding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Sin encryption at rest: cualquiera con acceso a etcd ve los Secrets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Habilitar EncryptionConfiguration para cifrar en etcd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RBAC: restringir quien puede leer/listar Secrets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Evitar: kubectl get secret -o yaml (expone base64)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Herramientas externas: HashiCorp Vault, Azure Key Vault, Sealed Secrets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Secrets inmutables: immutable: true (misma funcionalidad que ConfigMaps)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rial Black"/>
              </a:defRPr>
            </a:pPr>
            <a:r>
              <a:t>Best Practices de Seguridad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370332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37033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HACER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32918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Habilitar encryption at rest en etcd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Usar RBAC para restringir acceso a Secrets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Montar como volumen (no env vars)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Usar external secret managers (Vault)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Rotar Secrets periodicamente</a:t>
            </a:r>
          </a:p>
        </p:txBody>
      </p:sp>
      <p:sp>
        <p:nvSpPr>
          <p:cNvPr id="8" name="Rectangle 7"/>
          <p:cNvSpPr/>
          <p:nvPr/>
        </p:nvSpPr>
        <p:spPr>
          <a:xfrm>
            <a:off x="4709160" y="1005840"/>
            <a:ext cx="370332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09160" y="1005840"/>
            <a:ext cx="370332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1188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EVITAR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1645920"/>
            <a:ext cx="32918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Guardar Secrets en Git sin cifrar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Exponer en logs o variable de entorno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Asumir que base64 = seguridad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Compartir Secrets entre namespaces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Secrets con datos que no son sensibles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rial Black"/>
              </a:defRPr>
            </a:pPr>
            <a:r>
              <a:t>Laboratorios Practicos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28016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Lab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1005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Secrets Basicos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0058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30 min | Basico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32588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Crear y consumir diferentes tipos de Secrets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965960"/>
            <a:ext cx="128016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Lab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1965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Seguridad de Secrets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9659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30 min | Intermedio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228600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RBAC y buenas practicas de seguridad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926080"/>
            <a:ext cx="128016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Lab 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2926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TLS Secrets e Ingress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926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30 min | Intermedio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324612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Configurar HTTPS con TLS Secrets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8FAFC"/>
                </a:solidFill>
                <a:latin typeface="Arial Black"/>
              </a:defRPr>
            </a:pPr>
            <a:r>
              <a:t>Resumen: Secrets y Datos Sensibles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54864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005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Secret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0058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Almacena datos sensibles (base64-encoded, no cifrado)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54864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00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Tipos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16002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Opaque, TLS, docker-registry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194560"/>
            <a:ext cx="54864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1945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Consumo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1945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Volumen (recomendado) o env vars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788920"/>
            <a:ext cx="54864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788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Seguridad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7889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Base64 != cifrado; habilitar encryption at rest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383280"/>
            <a:ext cx="54864" cy="457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383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Best Practice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33832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External secrets managers para produccion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2D3EE"/>
                </a:solidFill>
                <a:latin typeface="Calibri"/>
              </a:defRPr>
            </a:pPr>
            <a:r>
              <a:t>Siguiente Modulo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828800" cy="3657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8FAFC"/>
                </a:solidFill>
                <a:latin typeface="Arial Black"/>
              </a:defRPr>
            </a:pPr>
            <a:r>
              <a:t>Modulo 15: Volumes - Conceptos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7315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El problema de los datos efimeros en contenedores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Tipos de volumenes en Kubernetes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PersistentVolumes y PersistentVolumeClaims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